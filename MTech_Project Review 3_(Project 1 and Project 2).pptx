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515" r:id="rId4"/>
    <p:sldId id="2147470493" r:id="rId5"/>
    <p:sldId id="2147470487" r:id="rId6"/>
    <p:sldId id="2147470494" r:id="rId7"/>
    <p:sldId id="2147470516" r:id="rId8"/>
    <p:sldId id="2147470501" r:id="rId9"/>
    <p:sldId id="2147470517" r:id="rId10"/>
    <p:sldId id="2147470498" r:id="rId11"/>
    <p:sldId id="2147470519" r:id="rId12"/>
    <p:sldId id="2147470497" r:id="rId13"/>
    <p:sldId id="2147470520" r:id="rId14"/>
    <p:sldId id="2147470521" r:id="rId15"/>
    <p:sldId id="2147470530" r:id="rId16"/>
    <p:sldId id="2147470499" r:id="rId17"/>
    <p:sldId id="2147470502" r:id="rId18"/>
    <p:sldId id="2147470503" r:id="rId19"/>
    <p:sldId id="2147470522" r:id="rId20"/>
    <p:sldId id="2147470523" r:id="rId21"/>
    <p:sldId id="2147470504" r:id="rId22"/>
    <p:sldId id="2147470505" r:id="rId23"/>
    <p:sldId id="2147470506" r:id="rId24"/>
    <p:sldId id="2147470507" r:id="rId25"/>
    <p:sldId id="2147470508" r:id="rId26"/>
    <p:sldId id="2147470532" r:id="rId27"/>
    <p:sldId id="2147470533" r:id="rId28"/>
    <p:sldId id="2147470509" r:id="rId29"/>
    <p:sldId id="2147470525" r:id="rId30"/>
    <p:sldId id="2147470510" r:id="rId31"/>
    <p:sldId id="2147470534" r:id="rId32"/>
    <p:sldId id="2147470535" r:id="rId33"/>
    <p:sldId id="2147470511" r:id="rId34"/>
    <p:sldId id="2147470531" r:id="rId35"/>
    <p:sldId id="2147470512" r:id="rId36"/>
    <p:sldId id="2147470513" r:id="rId37"/>
    <p:sldId id="214747051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9F995C-C492-427F-9B75-7CE71D9A0749}" v="809" dt="2026-10-09T05:32:10.2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elJacob Biju" userId="81237e03-fe25-4856-a313-93d87126eb3a" providerId="ADAL" clId="{3C0E42A9-D743-4645-8796-E3215A5B31F9}"/>
    <pc:docChg chg="undo custSel addSld delSld modSld sldOrd">
      <pc:chgData name="NoelJacob Biju" userId="81237e03-fe25-4856-a313-93d87126eb3a" providerId="ADAL" clId="{3C0E42A9-D743-4645-8796-E3215A5B31F9}" dt="2026-10-09T05:37:10.033" v="3074" actId="14100"/>
      <pc:docMkLst>
        <pc:docMk/>
      </pc:docMkLst>
      <pc:sldChg chg="addSp delSp modSp mod delAnim">
        <pc:chgData name="NoelJacob Biju" userId="81237e03-fe25-4856-a313-93d87126eb3a" providerId="ADAL" clId="{3C0E42A9-D743-4645-8796-E3215A5B31F9}" dt="2026-10-07T15:25:38.274" v="2735" actId="255"/>
        <pc:sldMkLst>
          <pc:docMk/>
          <pc:sldMk cId="3377586287" sldId="2147470487"/>
        </pc:sldMkLst>
        <pc:spChg chg="mod">
          <ac:chgData name="NoelJacob Biju" userId="81237e03-fe25-4856-a313-93d87126eb3a" providerId="ADAL" clId="{3C0E42A9-D743-4645-8796-E3215A5B31F9}" dt="2026-09-30T06:32:17.085" v="714" actId="20577"/>
          <ac:spMkLst>
            <pc:docMk/>
            <pc:sldMk cId="3377586287" sldId="2147470487"/>
            <ac:spMk id="3" creationId="{25EA9B7F-B60D-6297-DC95-0FDA7E6D7C7C}"/>
          </ac:spMkLst>
        </pc:spChg>
        <pc:spChg chg="mod">
          <ac:chgData name="NoelJacob Biju" userId="81237e03-fe25-4856-a313-93d87126eb3a" providerId="ADAL" clId="{3C0E42A9-D743-4645-8796-E3215A5B31F9}" dt="2026-09-30T06:40:30.701" v="1260" actId="113"/>
          <ac:spMkLst>
            <pc:docMk/>
            <pc:sldMk cId="3377586287" sldId="2147470487"/>
            <ac:spMk id="6" creationId="{65221164-7940-3B34-A613-28A74A63E0F7}"/>
          </ac:spMkLst>
        </pc:spChg>
        <pc:graphicFrameChg chg="add mod modGraphic">
          <ac:chgData name="NoelJacob Biju" userId="81237e03-fe25-4856-a313-93d87126eb3a" providerId="ADAL" clId="{3C0E42A9-D743-4645-8796-E3215A5B31F9}" dt="2026-10-07T15:25:38.274" v="2735" actId="255"/>
          <ac:graphicFrameMkLst>
            <pc:docMk/>
            <pc:sldMk cId="3377586287" sldId="2147470487"/>
            <ac:graphicFrameMk id="8" creationId="{4102C260-3D77-6ECE-1886-C3B828CBDAC0}"/>
          </ac:graphicFrameMkLst>
        </pc:graphicFrameChg>
      </pc:sldChg>
      <pc:sldChg chg="modSp mod">
        <pc:chgData name="NoelJacob Biju" userId="81237e03-fe25-4856-a313-93d87126eb3a" providerId="ADAL" clId="{3C0E42A9-D743-4645-8796-E3215A5B31F9}" dt="2026-09-30T10:17:53.538" v="2039" actId="20577"/>
        <pc:sldMkLst>
          <pc:docMk/>
          <pc:sldMk cId="3449507583" sldId="2147470489"/>
        </pc:sldMkLst>
        <pc:spChg chg="mod">
          <ac:chgData name="NoelJacob Biju" userId="81237e03-fe25-4856-a313-93d87126eb3a" providerId="ADAL" clId="{3C0E42A9-D743-4645-8796-E3215A5B31F9}" dt="2026-09-30T10:17:53.538" v="2039" actId="20577"/>
          <ac:spMkLst>
            <pc:docMk/>
            <pc:sldMk cId="3449507583" sldId="2147470489"/>
            <ac:spMk id="4" creationId="{598A8852-79FE-2D69-0530-D7712358063B}"/>
          </ac:spMkLst>
        </pc:spChg>
      </pc:sldChg>
      <pc:sldChg chg="modSp mod modAnim">
        <pc:chgData name="NoelJacob Biju" userId="81237e03-fe25-4856-a313-93d87126eb3a" providerId="ADAL" clId="{3C0E42A9-D743-4645-8796-E3215A5B31F9}" dt="2026-10-07T15:24:07.424" v="2722" actId="2711"/>
        <pc:sldMkLst>
          <pc:docMk/>
          <pc:sldMk cId="2088180620" sldId="2147470492"/>
        </pc:sldMkLst>
        <pc:spChg chg="mod">
          <ac:chgData name="NoelJacob Biju" userId="81237e03-fe25-4856-a313-93d87126eb3a" providerId="ADAL" clId="{3C0E42A9-D743-4645-8796-E3215A5B31F9}" dt="2026-10-07T15:24:07.424" v="2722" actId="2711"/>
          <ac:spMkLst>
            <pc:docMk/>
            <pc:sldMk cId="2088180620" sldId="2147470492"/>
            <ac:spMk id="2" creationId="{67726612-73E0-5A94-F635-3A742DD5BA94}"/>
          </ac:spMkLst>
        </pc:spChg>
        <pc:spChg chg="mod">
          <ac:chgData name="NoelJacob Biju" userId="81237e03-fe25-4856-a313-93d87126eb3a" providerId="ADAL" clId="{3C0E42A9-D743-4645-8796-E3215A5B31F9}" dt="2026-09-30T06:31:57.777" v="678" actId="20577"/>
          <ac:spMkLst>
            <pc:docMk/>
            <pc:sldMk cId="2088180620" sldId="2147470492"/>
            <ac:spMk id="3" creationId="{AB4E3812-AF2F-9DD8-6ECF-C3425146B38F}"/>
          </ac:spMkLst>
        </pc:spChg>
        <pc:spChg chg="mod">
          <ac:chgData name="NoelJacob Biju" userId="81237e03-fe25-4856-a313-93d87126eb3a" providerId="ADAL" clId="{3C0E42A9-D743-4645-8796-E3215A5B31F9}" dt="2026-09-30T06:39:33.355" v="1255" actId="20577"/>
          <ac:spMkLst>
            <pc:docMk/>
            <pc:sldMk cId="2088180620" sldId="2147470492"/>
            <ac:spMk id="4" creationId="{2D91B1D4-191E-E882-BD37-9FBAED57B57F}"/>
          </ac:spMkLst>
        </pc:spChg>
      </pc:sldChg>
      <pc:sldChg chg="modSp mod modAnim">
        <pc:chgData name="NoelJacob Biju" userId="81237e03-fe25-4856-a313-93d87126eb3a" providerId="ADAL" clId="{3C0E42A9-D743-4645-8796-E3215A5B31F9}" dt="2026-10-07T15:24:49.745" v="2724" actId="2711"/>
        <pc:sldMkLst>
          <pc:docMk/>
          <pc:sldMk cId="1739450533" sldId="2147470493"/>
        </pc:sldMkLst>
        <pc:spChg chg="mod">
          <ac:chgData name="NoelJacob Biju" userId="81237e03-fe25-4856-a313-93d87126eb3a" providerId="ADAL" clId="{3C0E42A9-D743-4645-8796-E3215A5B31F9}" dt="2026-10-07T15:24:49.745" v="2724" actId="2711"/>
          <ac:spMkLst>
            <pc:docMk/>
            <pc:sldMk cId="1739450533" sldId="2147470493"/>
            <ac:spMk id="2" creationId="{44D551BF-43EB-C049-6D3B-4D17D5775294}"/>
          </ac:spMkLst>
        </pc:spChg>
        <pc:spChg chg="mod">
          <ac:chgData name="NoelJacob Biju" userId="81237e03-fe25-4856-a313-93d87126eb3a" providerId="ADAL" clId="{3C0E42A9-D743-4645-8796-E3215A5B31F9}" dt="2026-09-30T06:32:07.220" v="695" actId="20577"/>
          <ac:spMkLst>
            <pc:docMk/>
            <pc:sldMk cId="1739450533" sldId="2147470493"/>
            <ac:spMk id="3" creationId="{72FF40D3-B05A-88C3-591F-882A93FC9918}"/>
          </ac:spMkLst>
        </pc:spChg>
        <pc:spChg chg="mod">
          <ac:chgData name="NoelJacob Biju" userId="81237e03-fe25-4856-a313-93d87126eb3a" providerId="ADAL" clId="{3C0E42A9-D743-4645-8796-E3215A5B31F9}" dt="2026-09-30T06:40:07.280" v="1258" actId="113"/>
          <ac:spMkLst>
            <pc:docMk/>
            <pc:sldMk cId="1739450533" sldId="2147470493"/>
            <ac:spMk id="4" creationId="{E4452DD5-D934-4955-F39B-2109AC72692F}"/>
          </ac:spMkLst>
        </pc:spChg>
      </pc:sldChg>
      <pc:sldChg chg="modSp mod modAnim">
        <pc:chgData name="NoelJacob Biju" userId="81237e03-fe25-4856-a313-93d87126eb3a" providerId="ADAL" clId="{3C0E42A9-D743-4645-8796-E3215A5B31F9}" dt="2026-10-07T15:25:55.577" v="2736" actId="2711"/>
        <pc:sldMkLst>
          <pc:docMk/>
          <pc:sldMk cId="2034681921" sldId="2147470494"/>
        </pc:sldMkLst>
        <pc:spChg chg="mod">
          <ac:chgData name="NoelJacob Biju" userId="81237e03-fe25-4856-a313-93d87126eb3a" providerId="ADAL" clId="{3C0E42A9-D743-4645-8796-E3215A5B31F9}" dt="2026-10-07T15:25:55.577" v="2736" actId="2711"/>
          <ac:spMkLst>
            <pc:docMk/>
            <pc:sldMk cId="2034681921" sldId="2147470494"/>
            <ac:spMk id="2" creationId="{D325C8EF-A5DD-AB22-0372-51B9ABE63526}"/>
          </ac:spMkLst>
        </pc:spChg>
        <pc:spChg chg="mod">
          <ac:chgData name="NoelJacob Biju" userId="81237e03-fe25-4856-a313-93d87126eb3a" providerId="ADAL" clId="{3C0E42A9-D743-4645-8796-E3215A5B31F9}" dt="2026-09-30T06:32:24.548" v="731" actId="20577"/>
          <ac:spMkLst>
            <pc:docMk/>
            <pc:sldMk cId="2034681921" sldId="2147470494"/>
            <ac:spMk id="3" creationId="{CB15F4B8-EED0-F7BE-96C7-D7AAE989A251}"/>
          </ac:spMkLst>
        </pc:spChg>
        <pc:spChg chg="mod">
          <ac:chgData name="NoelJacob Biju" userId="81237e03-fe25-4856-a313-93d87126eb3a" providerId="ADAL" clId="{3C0E42A9-D743-4645-8796-E3215A5B31F9}" dt="2026-09-30T06:40:49.214" v="1262" actId="113"/>
          <ac:spMkLst>
            <pc:docMk/>
            <pc:sldMk cId="2034681921" sldId="2147470494"/>
            <ac:spMk id="4" creationId="{6CE164B1-01DD-BF3B-88E8-DF2DEDBFA9EB}"/>
          </ac:spMkLst>
        </pc:spChg>
      </pc:sldChg>
      <pc:sldChg chg="modSp mod modAnim">
        <pc:chgData name="NoelJacob Biju" userId="81237e03-fe25-4856-a313-93d87126eb3a" providerId="ADAL" clId="{3C0E42A9-D743-4645-8796-E3215A5B31F9}" dt="2026-10-07T15:27:09.544" v="2743" actId="2711"/>
        <pc:sldMkLst>
          <pc:docMk/>
          <pc:sldMk cId="679362563" sldId="2147470497"/>
        </pc:sldMkLst>
        <pc:spChg chg="mod">
          <ac:chgData name="NoelJacob Biju" userId="81237e03-fe25-4856-a313-93d87126eb3a" providerId="ADAL" clId="{3C0E42A9-D743-4645-8796-E3215A5B31F9}" dt="2026-10-07T15:27:09.544" v="2743" actId="2711"/>
          <ac:spMkLst>
            <pc:docMk/>
            <pc:sldMk cId="679362563" sldId="2147470497"/>
            <ac:spMk id="2" creationId="{30F88864-2E71-2992-AD53-E8948837272B}"/>
          </ac:spMkLst>
        </pc:spChg>
        <pc:spChg chg="mod">
          <ac:chgData name="NoelJacob Biju" userId="81237e03-fe25-4856-a313-93d87126eb3a" providerId="ADAL" clId="{3C0E42A9-D743-4645-8796-E3215A5B31F9}" dt="2026-09-30T06:32:49.446" v="782" actId="20577"/>
          <ac:spMkLst>
            <pc:docMk/>
            <pc:sldMk cId="679362563" sldId="2147470497"/>
            <ac:spMk id="3" creationId="{3411E118-0427-BF72-3B78-1707B0D6E382}"/>
          </ac:spMkLst>
        </pc:spChg>
        <pc:spChg chg="mod">
          <ac:chgData name="NoelJacob Biju" userId="81237e03-fe25-4856-a313-93d87126eb3a" providerId="ADAL" clId="{3C0E42A9-D743-4645-8796-E3215A5B31F9}" dt="2026-09-30T06:43:45.718" v="1282" actId="20577"/>
          <ac:spMkLst>
            <pc:docMk/>
            <pc:sldMk cId="679362563" sldId="2147470497"/>
            <ac:spMk id="4" creationId="{64F7A196-7B69-DD68-52A5-39CD9B799F7D}"/>
          </ac:spMkLst>
        </pc:spChg>
      </pc:sldChg>
      <pc:sldChg chg="modSp mod modAnim">
        <pc:chgData name="NoelJacob Biju" userId="81237e03-fe25-4856-a313-93d87126eb3a" providerId="ADAL" clId="{3C0E42A9-D743-4645-8796-E3215A5B31F9}" dt="2026-10-07T15:26:42.933" v="2741" actId="2711"/>
        <pc:sldMkLst>
          <pc:docMk/>
          <pc:sldMk cId="107944653" sldId="2147470498"/>
        </pc:sldMkLst>
        <pc:spChg chg="mod">
          <ac:chgData name="NoelJacob Biju" userId="81237e03-fe25-4856-a313-93d87126eb3a" providerId="ADAL" clId="{3C0E42A9-D743-4645-8796-E3215A5B31F9}" dt="2026-10-07T15:26:42.933" v="2741" actId="2711"/>
          <ac:spMkLst>
            <pc:docMk/>
            <pc:sldMk cId="107944653" sldId="2147470498"/>
            <ac:spMk id="2" creationId="{6E433592-8155-CD6F-B5E3-78AB52F31DE6}"/>
          </ac:spMkLst>
        </pc:spChg>
        <pc:spChg chg="mod">
          <ac:chgData name="NoelJacob Biju" userId="81237e03-fe25-4856-a313-93d87126eb3a" providerId="ADAL" clId="{3C0E42A9-D743-4645-8796-E3215A5B31F9}" dt="2026-09-30T06:32:41.646" v="765" actId="20577"/>
          <ac:spMkLst>
            <pc:docMk/>
            <pc:sldMk cId="107944653" sldId="2147470498"/>
            <ac:spMk id="3" creationId="{3D243BDD-B44E-04F0-FA93-336DD2FFA770}"/>
          </ac:spMkLst>
        </pc:spChg>
        <pc:spChg chg="mod">
          <ac:chgData name="NoelJacob Biju" userId="81237e03-fe25-4856-a313-93d87126eb3a" providerId="ADAL" clId="{3C0E42A9-D743-4645-8796-E3215A5B31F9}" dt="2026-09-30T06:43:19.312" v="1276" actId="113"/>
          <ac:spMkLst>
            <pc:docMk/>
            <pc:sldMk cId="107944653" sldId="2147470498"/>
            <ac:spMk id="4" creationId="{FEA3EC9D-D5AF-E54C-A3D0-5E42F32DC03B}"/>
          </ac:spMkLst>
        </pc:spChg>
      </pc:sldChg>
      <pc:sldChg chg="modSp mod modAnim">
        <pc:chgData name="NoelJacob Biju" userId="81237e03-fe25-4856-a313-93d87126eb3a" providerId="ADAL" clId="{3C0E42A9-D743-4645-8796-E3215A5B31F9}" dt="2026-10-07T15:28:14.294" v="2747" actId="2711"/>
        <pc:sldMkLst>
          <pc:docMk/>
          <pc:sldMk cId="2198371957" sldId="2147470499"/>
        </pc:sldMkLst>
        <pc:spChg chg="mod">
          <ac:chgData name="NoelJacob Biju" userId="81237e03-fe25-4856-a313-93d87126eb3a" providerId="ADAL" clId="{3C0E42A9-D743-4645-8796-E3215A5B31F9}" dt="2026-10-07T15:28:14.294" v="2747" actId="2711"/>
          <ac:spMkLst>
            <pc:docMk/>
            <pc:sldMk cId="2198371957" sldId="2147470499"/>
            <ac:spMk id="2" creationId="{97872131-A6C0-4ECF-9994-EA002B6EAD86}"/>
          </ac:spMkLst>
        </pc:spChg>
        <pc:spChg chg="mod">
          <ac:chgData name="NoelJacob Biju" userId="81237e03-fe25-4856-a313-93d87126eb3a" providerId="ADAL" clId="{3C0E42A9-D743-4645-8796-E3215A5B31F9}" dt="2026-09-30T06:33:04.979" v="799" actId="20577"/>
          <ac:spMkLst>
            <pc:docMk/>
            <pc:sldMk cId="2198371957" sldId="2147470499"/>
            <ac:spMk id="3" creationId="{DBEA9949-295E-B2C7-8E3A-639B0AD48F51}"/>
          </ac:spMkLst>
        </pc:spChg>
        <pc:spChg chg="mod">
          <ac:chgData name="NoelJacob Biju" userId="81237e03-fe25-4856-a313-93d87126eb3a" providerId="ADAL" clId="{3C0E42A9-D743-4645-8796-E3215A5B31F9}" dt="2026-09-30T06:44:25.883" v="1291" actId="113"/>
          <ac:spMkLst>
            <pc:docMk/>
            <pc:sldMk cId="2198371957" sldId="2147470499"/>
            <ac:spMk id="4" creationId="{AB5AC1E1-8B68-1019-1B7A-0CF7BDC8B3EC}"/>
          </ac:spMkLst>
        </pc:spChg>
      </pc:sldChg>
      <pc:sldChg chg="modSp mod modAnim">
        <pc:chgData name="NoelJacob Biju" userId="81237e03-fe25-4856-a313-93d87126eb3a" providerId="ADAL" clId="{3C0E42A9-D743-4645-8796-E3215A5B31F9}" dt="2026-10-07T15:26:24.483" v="2739" actId="2711"/>
        <pc:sldMkLst>
          <pc:docMk/>
          <pc:sldMk cId="2015818812" sldId="2147470501"/>
        </pc:sldMkLst>
        <pc:spChg chg="mod">
          <ac:chgData name="NoelJacob Biju" userId="81237e03-fe25-4856-a313-93d87126eb3a" providerId="ADAL" clId="{3C0E42A9-D743-4645-8796-E3215A5B31F9}" dt="2026-10-07T15:26:24.483" v="2739" actId="2711"/>
          <ac:spMkLst>
            <pc:docMk/>
            <pc:sldMk cId="2015818812" sldId="2147470501"/>
            <ac:spMk id="2" creationId="{6E2C3DBE-E507-D889-A890-2C56D2A659BE}"/>
          </ac:spMkLst>
        </pc:spChg>
        <pc:spChg chg="mod">
          <ac:chgData name="NoelJacob Biju" userId="81237e03-fe25-4856-a313-93d87126eb3a" providerId="ADAL" clId="{3C0E42A9-D743-4645-8796-E3215A5B31F9}" dt="2026-09-30T06:32:32.400" v="748" actId="20577"/>
          <ac:spMkLst>
            <pc:docMk/>
            <pc:sldMk cId="2015818812" sldId="2147470501"/>
            <ac:spMk id="3" creationId="{64ABB59C-76FD-5246-4EEE-72212BF64AE4}"/>
          </ac:spMkLst>
        </pc:spChg>
        <pc:spChg chg="mod">
          <ac:chgData name="NoelJacob Biju" userId="81237e03-fe25-4856-a313-93d87126eb3a" providerId="ADAL" clId="{3C0E42A9-D743-4645-8796-E3215A5B31F9}" dt="2026-09-30T06:42:27.615" v="1272" actId="20577"/>
          <ac:spMkLst>
            <pc:docMk/>
            <pc:sldMk cId="2015818812" sldId="2147470501"/>
            <ac:spMk id="4" creationId="{68E73589-106E-E0B7-D90D-C7E75D0CB2B6}"/>
          </ac:spMkLst>
        </pc:spChg>
      </pc:sldChg>
      <pc:sldChg chg="modSp mod modAnim">
        <pc:chgData name="NoelJacob Biju" userId="81237e03-fe25-4856-a313-93d87126eb3a" providerId="ADAL" clId="{3C0E42A9-D743-4645-8796-E3215A5B31F9}" dt="2026-10-07T15:28:39.399" v="2748" actId="2711"/>
        <pc:sldMkLst>
          <pc:docMk/>
          <pc:sldMk cId="1573488916" sldId="2147470502"/>
        </pc:sldMkLst>
        <pc:spChg chg="mod">
          <ac:chgData name="NoelJacob Biju" userId="81237e03-fe25-4856-a313-93d87126eb3a" providerId="ADAL" clId="{3C0E42A9-D743-4645-8796-E3215A5B31F9}" dt="2026-10-07T15:28:39.399" v="2748" actId="2711"/>
          <ac:spMkLst>
            <pc:docMk/>
            <pc:sldMk cId="1573488916" sldId="2147470502"/>
            <ac:spMk id="2" creationId="{0E03C842-0779-BE44-EECA-2F2EE3FA7309}"/>
          </ac:spMkLst>
        </pc:spChg>
        <pc:spChg chg="mod">
          <ac:chgData name="NoelJacob Biju" userId="81237e03-fe25-4856-a313-93d87126eb3a" providerId="ADAL" clId="{3C0E42A9-D743-4645-8796-E3215A5B31F9}" dt="2026-09-30T06:33:12.756" v="816" actId="20577"/>
          <ac:spMkLst>
            <pc:docMk/>
            <pc:sldMk cId="1573488916" sldId="2147470502"/>
            <ac:spMk id="3" creationId="{06DDE408-8E1E-6FA2-7CC4-7953936B171B}"/>
          </ac:spMkLst>
        </pc:spChg>
        <pc:spChg chg="mod">
          <ac:chgData name="NoelJacob Biju" userId="81237e03-fe25-4856-a313-93d87126eb3a" providerId="ADAL" clId="{3C0E42A9-D743-4645-8796-E3215A5B31F9}" dt="2026-09-30T06:44:36.892" v="1294" actId="113"/>
          <ac:spMkLst>
            <pc:docMk/>
            <pc:sldMk cId="1573488916" sldId="2147470502"/>
            <ac:spMk id="4" creationId="{506C5A91-6D8B-7A46-6BA9-7AF0BB8742E7}"/>
          </ac:spMkLst>
        </pc:spChg>
      </pc:sldChg>
      <pc:sldChg chg="modSp mod modAnim">
        <pc:chgData name="NoelJacob Biju" userId="81237e03-fe25-4856-a313-93d87126eb3a" providerId="ADAL" clId="{3C0E42A9-D743-4645-8796-E3215A5B31F9}" dt="2026-10-07T15:28:49.360" v="2749" actId="2711"/>
        <pc:sldMkLst>
          <pc:docMk/>
          <pc:sldMk cId="1659890165" sldId="2147470503"/>
        </pc:sldMkLst>
        <pc:spChg chg="mod">
          <ac:chgData name="NoelJacob Biju" userId="81237e03-fe25-4856-a313-93d87126eb3a" providerId="ADAL" clId="{3C0E42A9-D743-4645-8796-E3215A5B31F9}" dt="2026-10-07T15:28:49.360" v="2749" actId="2711"/>
          <ac:spMkLst>
            <pc:docMk/>
            <pc:sldMk cId="1659890165" sldId="2147470503"/>
            <ac:spMk id="2" creationId="{31E11D5E-73A6-DACE-A314-51CBCF3D39FA}"/>
          </ac:spMkLst>
        </pc:spChg>
        <pc:spChg chg="mod">
          <ac:chgData name="NoelJacob Biju" userId="81237e03-fe25-4856-a313-93d87126eb3a" providerId="ADAL" clId="{3C0E42A9-D743-4645-8796-E3215A5B31F9}" dt="2026-09-30T06:33:19.321" v="833" actId="20577"/>
          <ac:spMkLst>
            <pc:docMk/>
            <pc:sldMk cId="1659890165" sldId="2147470503"/>
            <ac:spMk id="3" creationId="{776CD0F3-77A2-E482-9F59-462941CA9EFC}"/>
          </ac:spMkLst>
        </pc:spChg>
        <pc:spChg chg="mod">
          <ac:chgData name="NoelJacob Biju" userId="81237e03-fe25-4856-a313-93d87126eb3a" providerId="ADAL" clId="{3C0E42A9-D743-4645-8796-E3215A5B31F9}" dt="2026-09-30T06:44:47.694" v="1297" actId="113"/>
          <ac:spMkLst>
            <pc:docMk/>
            <pc:sldMk cId="1659890165" sldId="2147470503"/>
            <ac:spMk id="4" creationId="{E9E96C34-B06E-814D-72EC-EF1F6BBFAAF7}"/>
          </ac:spMkLst>
        </pc:spChg>
      </pc:sldChg>
      <pc:sldChg chg="modSp add mod">
        <pc:chgData name="NoelJacob Biju" userId="81237e03-fe25-4856-a313-93d87126eb3a" providerId="ADAL" clId="{3C0E42A9-D743-4645-8796-E3215A5B31F9}" dt="2026-09-30T10:19:39.176" v="2069" actId="20577"/>
        <pc:sldMkLst>
          <pc:docMk/>
          <pc:sldMk cId="3763603150" sldId="2147470504"/>
        </pc:sldMkLst>
        <pc:spChg chg="mod">
          <ac:chgData name="NoelJacob Biju" userId="81237e03-fe25-4856-a313-93d87126eb3a" providerId="ADAL" clId="{3C0E42A9-D743-4645-8796-E3215A5B31F9}" dt="2026-09-30T10:19:39.176" v="2069" actId="20577"/>
          <ac:spMkLst>
            <pc:docMk/>
            <pc:sldMk cId="3763603150" sldId="2147470504"/>
            <ac:spMk id="4" creationId="{F0CDE7C3-E230-D6EB-B33D-A1B833147576}"/>
          </ac:spMkLst>
        </pc:spChg>
      </pc:sldChg>
      <pc:sldChg chg="modSp add mod replId modAnim">
        <pc:chgData name="NoelJacob Biju" userId="81237e03-fe25-4856-a313-93d87126eb3a" providerId="ADAL" clId="{3C0E42A9-D743-4645-8796-E3215A5B31F9}" dt="2026-10-09T05:08:35.958" v="2776" actId="2711"/>
        <pc:sldMkLst>
          <pc:docMk/>
          <pc:sldMk cId="950705773" sldId="2147470505"/>
        </pc:sldMkLst>
        <pc:spChg chg="mod">
          <ac:chgData name="NoelJacob Biju" userId="81237e03-fe25-4856-a313-93d87126eb3a" providerId="ADAL" clId="{3C0E42A9-D743-4645-8796-E3215A5B31F9}" dt="2026-10-09T05:08:35.958" v="2776" actId="2711"/>
          <ac:spMkLst>
            <pc:docMk/>
            <pc:sldMk cId="950705773" sldId="2147470505"/>
            <ac:spMk id="2" creationId="{B9B035D2-DF5F-2C19-7988-219D380A7CF5}"/>
          </ac:spMkLst>
        </pc:spChg>
        <pc:spChg chg="mod">
          <ac:chgData name="NoelJacob Biju" userId="81237e03-fe25-4856-a313-93d87126eb3a" providerId="ADAL" clId="{3C0E42A9-D743-4645-8796-E3215A5B31F9}" dt="2026-09-30T09:23:21.273" v="1562" actId="20577"/>
          <ac:spMkLst>
            <pc:docMk/>
            <pc:sldMk cId="950705773" sldId="2147470505"/>
            <ac:spMk id="3" creationId="{22DF01E0-C055-4793-CB3C-CDB36BBD7C9B}"/>
          </ac:spMkLst>
        </pc:spChg>
        <pc:spChg chg="mod">
          <ac:chgData name="NoelJacob Biju" userId="81237e03-fe25-4856-a313-93d87126eb3a" providerId="ADAL" clId="{3C0E42A9-D743-4645-8796-E3215A5B31F9}" dt="2026-09-30T10:25:48.197" v="2468" actId="113"/>
          <ac:spMkLst>
            <pc:docMk/>
            <pc:sldMk cId="950705773" sldId="2147470505"/>
            <ac:spMk id="4" creationId="{5A9DE92E-CC28-A2BD-B13B-9A5A9B79344D}"/>
          </ac:spMkLst>
        </pc:spChg>
      </pc:sldChg>
      <pc:sldChg chg="modSp add mod replId modAnim">
        <pc:chgData name="NoelJacob Biju" userId="81237e03-fe25-4856-a313-93d87126eb3a" providerId="ADAL" clId="{3C0E42A9-D743-4645-8796-E3215A5B31F9}" dt="2026-10-09T05:09:35.785" v="2778"/>
        <pc:sldMkLst>
          <pc:docMk/>
          <pc:sldMk cId="1167296020" sldId="2147470506"/>
        </pc:sldMkLst>
        <pc:spChg chg="mod">
          <ac:chgData name="NoelJacob Biju" userId="81237e03-fe25-4856-a313-93d87126eb3a" providerId="ADAL" clId="{3C0E42A9-D743-4645-8796-E3215A5B31F9}" dt="2026-10-09T05:09:35.338" v="2777" actId="20577"/>
          <ac:spMkLst>
            <pc:docMk/>
            <pc:sldMk cId="1167296020" sldId="2147470506"/>
            <ac:spMk id="2" creationId="{0E2DDC7A-49B6-8B67-52AC-E6D7B68262F8}"/>
          </ac:spMkLst>
        </pc:spChg>
        <pc:spChg chg="mod">
          <ac:chgData name="NoelJacob Biju" userId="81237e03-fe25-4856-a313-93d87126eb3a" providerId="ADAL" clId="{3C0E42A9-D743-4645-8796-E3215A5B31F9}" dt="2026-09-30T09:23:30.580" v="1579" actId="20577"/>
          <ac:spMkLst>
            <pc:docMk/>
            <pc:sldMk cId="1167296020" sldId="2147470506"/>
            <ac:spMk id="3" creationId="{30FC8559-02EE-297A-EFFD-4D15C5C70AC2}"/>
          </ac:spMkLst>
        </pc:spChg>
        <pc:spChg chg="mod">
          <ac:chgData name="NoelJacob Biju" userId="81237e03-fe25-4856-a313-93d87126eb3a" providerId="ADAL" clId="{3C0E42A9-D743-4645-8796-E3215A5B31F9}" dt="2026-09-30T10:25:55.995" v="2469" actId="113"/>
          <ac:spMkLst>
            <pc:docMk/>
            <pc:sldMk cId="1167296020" sldId="2147470506"/>
            <ac:spMk id="4" creationId="{884F52A3-0735-0856-8885-67F6E8FBE45D}"/>
          </ac:spMkLst>
        </pc:spChg>
      </pc:sldChg>
      <pc:sldChg chg="addSp delSp modSp add mod replId delAnim modAnim">
        <pc:chgData name="NoelJacob Biju" userId="81237e03-fe25-4856-a313-93d87126eb3a" providerId="ADAL" clId="{3C0E42A9-D743-4645-8796-E3215A5B31F9}" dt="2026-10-09T05:11:17.859" v="2789" actId="14100"/>
        <pc:sldMkLst>
          <pc:docMk/>
          <pc:sldMk cId="1962107466" sldId="2147470507"/>
        </pc:sldMkLst>
        <pc:spChg chg="del mod">
          <ac:chgData name="NoelJacob Biju" userId="81237e03-fe25-4856-a313-93d87126eb3a" providerId="ADAL" clId="{3C0E42A9-D743-4645-8796-E3215A5B31F9}" dt="2026-10-09T05:10:28.427" v="2781" actId="21"/>
          <ac:spMkLst>
            <pc:docMk/>
            <pc:sldMk cId="1962107466" sldId="2147470507"/>
            <ac:spMk id="2" creationId="{A39FFBC6-7694-2C00-8F53-C904AACACEAC}"/>
          </ac:spMkLst>
        </pc:spChg>
        <pc:spChg chg="mod">
          <ac:chgData name="NoelJacob Biju" userId="81237e03-fe25-4856-a313-93d87126eb3a" providerId="ADAL" clId="{3C0E42A9-D743-4645-8796-E3215A5B31F9}" dt="2026-09-30T09:23:50.066" v="1598" actId="20577"/>
          <ac:spMkLst>
            <pc:docMk/>
            <pc:sldMk cId="1962107466" sldId="2147470507"/>
            <ac:spMk id="3" creationId="{C429EA9A-8C2A-D9B7-FF58-C750145F0A61}"/>
          </ac:spMkLst>
        </pc:spChg>
        <pc:spChg chg="mod">
          <ac:chgData name="NoelJacob Biju" userId="81237e03-fe25-4856-a313-93d87126eb3a" providerId="ADAL" clId="{3C0E42A9-D743-4645-8796-E3215A5B31F9}" dt="2026-09-30T10:26:18.426" v="2470" actId="113"/>
          <ac:spMkLst>
            <pc:docMk/>
            <pc:sldMk cId="1962107466" sldId="2147470507"/>
            <ac:spMk id="6" creationId="{99287BC0-AC42-3BA3-A9EA-3EB2B1EAC449}"/>
          </ac:spMkLst>
        </pc:spChg>
        <pc:graphicFrameChg chg="add mod modGraphic">
          <ac:chgData name="NoelJacob Biju" userId="81237e03-fe25-4856-a313-93d87126eb3a" providerId="ADAL" clId="{3C0E42A9-D743-4645-8796-E3215A5B31F9}" dt="2026-10-09T05:11:17.859" v="2789" actId="14100"/>
          <ac:graphicFrameMkLst>
            <pc:docMk/>
            <pc:sldMk cId="1962107466" sldId="2147470507"/>
            <ac:graphicFrameMk id="5" creationId="{710E5BD4-805F-CBB0-30A0-50996013D7C1}"/>
          </ac:graphicFrameMkLst>
        </pc:graphicFrameChg>
      </pc:sldChg>
      <pc:sldChg chg="modSp add mod replId modAnim">
        <pc:chgData name="NoelJacob Biju" userId="81237e03-fe25-4856-a313-93d87126eb3a" providerId="ADAL" clId="{3C0E42A9-D743-4645-8796-E3215A5B31F9}" dt="2026-10-09T05:13:30.012" v="2798"/>
        <pc:sldMkLst>
          <pc:docMk/>
          <pc:sldMk cId="2008436108" sldId="2147470508"/>
        </pc:sldMkLst>
        <pc:spChg chg="mod">
          <ac:chgData name="NoelJacob Biju" userId="81237e03-fe25-4856-a313-93d87126eb3a" providerId="ADAL" clId="{3C0E42A9-D743-4645-8796-E3215A5B31F9}" dt="2026-10-09T05:13:29.542" v="2797" actId="20577"/>
          <ac:spMkLst>
            <pc:docMk/>
            <pc:sldMk cId="2008436108" sldId="2147470508"/>
            <ac:spMk id="2" creationId="{3981DAC0-4016-FE6B-B76D-4A927821F51D}"/>
          </ac:spMkLst>
        </pc:spChg>
        <pc:spChg chg="mod">
          <ac:chgData name="NoelJacob Biju" userId="81237e03-fe25-4856-a313-93d87126eb3a" providerId="ADAL" clId="{3C0E42A9-D743-4645-8796-E3215A5B31F9}" dt="2026-09-30T09:24:12.625" v="1647" actId="20577"/>
          <ac:spMkLst>
            <pc:docMk/>
            <pc:sldMk cId="2008436108" sldId="2147470508"/>
            <ac:spMk id="3" creationId="{70DABEB8-860A-9894-702A-40A160CA7070}"/>
          </ac:spMkLst>
        </pc:spChg>
        <pc:spChg chg="mod">
          <ac:chgData name="NoelJacob Biju" userId="81237e03-fe25-4856-a313-93d87126eb3a" providerId="ADAL" clId="{3C0E42A9-D743-4645-8796-E3215A5B31F9}" dt="2026-09-30T10:26:34.479" v="2474" actId="113"/>
          <ac:spMkLst>
            <pc:docMk/>
            <pc:sldMk cId="2008436108" sldId="2147470508"/>
            <ac:spMk id="4" creationId="{F74C8CC8-D55B-BA1D-64E4-A79F2D6B8535}"/>
          </ac:spMkLst>
        </pc:spChg>
      </pc:sldChg>
      <pc:sldChg chg="modSp add mod replId modAnim">
        <pc:chgData name="NoelJacob Biju" userId="81237e03-fe25-4856-a313-93d87126eb3a" providerId="ADAL" clId="{3C0E42A9-D743-4645-8796-E3215A5B31F9}" dt="2026-10-09T05:14:01.303" v="2800"/>
        <pc:sldMkLst>
          <pc:docMk/>
          <pc:sldMk cId="3067917217" sldId="2147470509"/>
        </pc:sldMkLst>
        <pc:spChg chg="mod">
          <ac:chgData name="NoelJacob Biju" userId="81237e03-fe25-4856-a313-93d87126eb3a" providerId="ADAL" clId="{3C0E42A9-D743-4645-8796-E3215A5B31F9}" dt="2026-10-09T05:14:00.156" v="2799" actId="20577"/>
          <ac:spMkLst>
            <pc:docMk/>
            <pc:sldMk cId="3067917217" sldId="2147470509"/>
            <ac:spMk id="2" creationId="{C9039419-3B9E-8E74-B2CC-FC127C28297A}"/>
          </ac:spMkLst>
        </pc:spChg>
        <pc:spChg chg="mod">
          <ac:chgData name="NoelJacob Biju" userId="81237e03-fe25-4856-a313-93d87126eb3a" providerId="ADAL" clId="{3C0E42A9-D743-4645-8796-E3215A5B31F9}" dt="2026-09-30T09:23:02.398" v="1545" actId="20577"/>
          <ac:spMkLst>
            <pc:docMk/>
            <pc:sldMk cId="3067917217" sldId="2147470509"/>
            <ac:spMk id="3" creationId="{712DCABA-C180-84EB-CA50-AA43D53FD844}"/>
          </ac:spMkLst>
        </pc:spChg>
        <pc:spChg chg="mod">
          <ac:chgData name="NoelJacob Biju" userId="81237e03-fe25-4856-a313-93d87126eb3a" providerId="ADAL" clId="{3C0E42A9-D743-4645-8796-E3215A5B31F9}" dt="2026-09-30T10:26:59.799" v="2475" actId="113"/>
          <ac:spMkLst>
            <pc:docMk/>
            <pc:sldMk cId="3067917217" sldId="2147470509"/>
            <ac:spMk id="4" creationId="{47D9F59D-CE06-8905-3B88-F3291F672A22}"/>
          </ac:spMkLst>
        </pc:spChg>
      </pc:sldChg>
      <pc:sldChg chg="addSp delSp modSp add mod replId delAnim modAnim">
        <pc:chgData name="NoelJacob Biju" userId="81237e03-fe25-4856-a313-93d87126eb3a" providerId="ADAL" clId="{3C0E42A9-D743-4645-8796-E3215A5B31F9}" dt="2026-10-09T05:15:34.390" v="2811" actId="12385"/>
        <pc:sldMkLst>
          <pc:docMk/>
          <pc:sldMk cId="1281407468" sldId="2147470510"/>
        </pc:sldMkLst>
        <pc:spChg chg="del mod">
          <ac:chgData name="NoelJacob Biju" userId="81237e03-fe25-4856-a313-93d87126eb3a" providerId="ADAL" clId="{3C0E42A9-D743-4645-8796-E3215A5B31F9}" dt="2026-10-09T05:14:52.775" v="2803" actId="21"/>
          <ac:spMkLst>
            <pc:docMk/>
            <pc:sldMk cId="1281407468" sldId="2147470510"/>
            <ac:spMk id="2" creationId="{F828C4D2-18BE-B686-83DF-FEB885099930}"/>
          </ac:spMkLst>
        </pc:spChg>
        <pc:spChg chg="mod">
          <ac:chgData name="NoelJacob Biju" userId="81237e03-fe25-4856-a313-93d87126eb3a" providerId="ADAL" clId="{3C0E42A9-D743-4645-8796-E3215A5B31F9}" dt="2026-09-30T09:51:35.939" v="1758" actId="20577"/>
          <ac:spMkLst>
            <pc:docMk/>
            <pc:sldMk cId="1281407468" sldId="2147470510"/>
            <ac:spMk id="3" creationId="{94BE6CCD-1ED3-C545-AD7F-B13F6AE5001F}"/>
          </ac:spMkLst>
        </pc:spChg>
        <pc:spChg chg="mod">
          <ac:chgData name="NoelJacob Biju" userId="81237e03-fe25-4856-a313-93d87126eb3a" providerId="ADAL" clId="{3C0E42A9-D743-4645-8796-E3215A5B31F9}" dt="2026-09-30T10:27:52.866" v="2477" actId="113"/>
          <ac:spMkLst>
            <pc:docMk/>
            <pc:sldMk cId="1281407468" sldId="2147470510"/>
            <ac:spMk id="4" creationId="{5EFC57BF-8816-24A7-EABF-1C8E1BE91320}"/>
          </ac:spMkLst>
        </pc:spChg>
        <pc:graphicFrameChg chg="add mod modGraphic">
          <ac:chgData name="NoelJacob Biju" userId="81237e03-fe25-4856-a313-93d87126eb3a" providerId="ADAL" clId="{3C0E42A9-D743-4645-8796-E3215A5B31F9}" dt="2026-10-09T05:15:34.390" v="2811" actId="12385"/>
          <ac:graphicFrameMkLst>
            <pc:docMk/>
            <pc:sldMk cId="1281407468" sldId="2147470510"/>
            <ac:graphicFrameMk id="6" creationId="{2AF20789-E5DD-CB1F-5657-4C6A8E5D6A97}"/>
          </ac:graphicFrameMkLst>
        </pc:graphicFrameChg>
      </pc:sldChg>
      <pc:sldChg chg="addSp modSp add mod replId modAnim">
        <pc:chgData name="NoelJacob Biju" userId="81237e03-fe25-4856-a313-93d87126eb3a" providerId="ADAL" clId="{3C0E42A9-D743-4645-8796-E3215A5B31F9}" dt="2026-10-09T05:17:01.423" v="2820"/>
        <pc:sldMkLst>
          <pc:docMk/>
          <pc:sldMk cId="607283063" sldId="2147470511"/>
        </pc:sldMkLst>
        <pc:spChg chg="mod">
          <ac:chgData name="NoelJacob Biju" userId="81237e03-fe25-4856-a313-93d87126eb3a" providerId="ADAL" clId="{3C0E42A9-D743-4645-8796-E3215A5B31F9}" dt="2026-10-09T05:17:00.641" v="2819" actId="20577"/>
          <ac:spMkLst>
            <pc:docMk/>
            <pc:sldMk cId="607283063" sldId="2147470511"/>
            <ac:spMk id="2" creationId="{C4A18736-5576-BC6C-E7E2-283F0DEA3046}"/>
          </ac:spMkLst>
        </pc:spChg>
        <pc:spChg chg="mod">
          <ac:chgData name="NoelJacob Biju" userId="81237e03-fe25-4856-a313-93d87126eb3a" providerId="ADAL" clId="{3C0E42A9-D743-4645-8796-E3215A5B31F9}" dt="2026-09-30T09:56:40.361" v="1868" actId="20577"/>
          <ac:spMkLst>
            <pc:docMk/>
            <pc:sldMk cId="607283063" sldId="2147470511"/>
            <ac:spMk id="3" creationId="{2CD2E9EB-8A5F-6D3E-C3C4-90D6A447555D}"/>
          </ac:spMkLst>
        </pc:spChg>
        <pc:spChg chg="mod">
          <ac:chgData name="NoelJacob Biju" userId="81237e03-fe25-4856-a313-93d87126eb3a" providerId="ADAL" clId="{3C0E42A9-D743-4645-8796-E3215A5B31F9}" dt="2026-09-30T10:28:36.732" v="2483" actId="113"/>
          <ac:spMkLst>
            <pc:docMk/>
            <pc:sldMk cId="607283063" sldId="2147470511"/>
            <ac:spMk id="4" creationId="{9DF0CE6A-711A-D0BB-355A-8A178EF89696}"/>
          </ac:spMkLst>
        </pc:spChg>
      </pc:sldChg>
      <pc:sldChg chg="modSp add mod replId modAnim">
        <pc:chgData name="NoelJacob Biju" userId="81237e03-fe25-4856-a313-93d87126eb3a" providerId="ADAL" clId="{3C0E42A9-D743-4645-8796-E3215A5B31F9}" dt="2026-10-09T05:18:21.863" v="2823"/>
        <pc:sldMkLst>
          <pc:docMk/>
          <pc:sldMk cId="629279188" sldId="2147470512"/>
        </pc:sldMkLst>
        <pc:spChg chg="mod">
          <ac:chgData name="NoelJacob Biju" userId="81237e03-fe25-4856-a313-93d87126eb3a" providerId="ADAL" clId="{3C0E42A9-D743-4645-8796-E3215A5B31F9}" dt="2026-09-30T10:11:05.892" v="1955" actId="2711"/>
          <ac:spMkLst>
            <pc:docMk/>
            <pc:sldMk cId="629279188" sldId="2147470512"/>
            <ac:spMk id="2" creationId="{AA13629A-F8E9-E6BF-0C73-A3A3846725EE}"/>
          </ac:spMkLst>
        </pc:spChg>
        <pc:spChg chg="mod">
          <ac:chgData name="NoelJacob Biju" userId="81237e03-fe25-4856-a313-93d87126eb3a" providerId="ADAL" clId="{3C0E42A9-D743-4645-8796-E3215A5B31F9}" dt="2026-09-30T10:11:16.013" v="1972" actId="20577"/>
          <ac:spMkLst>
            <pc:docMk/>
            <pc:sldMk cId="629279188" sldId="2147470512"/>
            <ac:spMk id="3" creationId="{2DA88E56-F044-0536-C496-03A228C375CC}"/>
          </ac:spMkLst>
        </pc:spChg>
        <pc:spChg chg="mod">
          <ac:chgData name="NoelJacob Biju" userId="81237e03-fe25-4856-a313-93d87126eb3a" providerId="ADAL" clId="{3C0E42A9-D743-4645-8796-E3215A5B31F9}" dt="2026-09-30T10:28:45.140" v="2484" actId="113"/>
          <ac:spMkLst>
            <pc:docMk/>
            <pc:sldMk cId="629279188" sldId="2147470512"/>
            <ac:spMk id="4" creationId="{A288A323-2C03-4C8A-914A-34F8584D3A34}"/>
          </ac:spMkLst>
        </pc:spChg>
      </pc:sldChg>
      <pc:sldChg chg="modSp add mod replId modAnim">
        <pc:chgData name="NoelJacob Biju" userId="81237e03-fe25-4856-a313-93d87126eb3a" providerId="ADAL" clId="{3C0E42A9-D743-4645-8796-E3215A5B31F9}" dt="2026-10-07T15:32:48.689" v="2770" actId="2711"/>
        <pc:sldMkLst>
          <pc:docMk/>
          <pc:sldMk cId="3685100729" sldId="2147470513"/>
        </pc:sldMkLst>
        <pc:spChg chg="mod">
          <ac:chgData name="NoelJacob Biju" userId="81237e03-fe25-4856-a313-93d87126eb3a" providerId="ADAL" clId="{3C0E42A9-D743-4645-8796-E3215A5B31F9}" dt="2026-10-07T15:32:48.689" v="2770" actId="2711"/>
          <ac:spMkLst>
            <pc:docMk/>
            <pc:sldMk cId="3685100729" sldId="2147470513"/>
            <ac:spMk id="2" creationId="{9502E673-3DC8-CE73-0B17-547962A28F6E}"/>
          </ac:spMkLst>
        </pc:spChg>
        <pc:spChg chg="mod">
          <ac:chgData name="NoelJacob Biju" userId="81237e03-fe25-4856-a313-93d87126eb3a" providerId="ADAL" clId="{3C0E42A9-D743-4645-8796-E3215A5B31F9}" dt="2026-09-30T10:31:05.991" v="2521" actId="20577"/>
          <ac:spMkLst>
            <pc:docMk/>
            <pc:sldMk cId="3685100729" sldId="2147470513"/>
            <ac:spMk id="3" creationId="{D58AC214-F266-4280-2BD7-4A0BD1CC1ADD}"/>
          </ac:spMkLst>
        </pc:spChg>
        <pc:spChg chg="mod">
          <ac:chgData name="NoelJacob Biju" userId="81237e03-fe25-4856-a313-93d87126eb3a" providerId="ADAL" clId="{3C0E42A9-D743-4645-8796-E3215A5B31F9}" dt="2026-09-30T10:29:19.097" v="2486" actId="113"/>
          <ac:spMkLst>
            <pc:docMk/>
            <pc:sldMk cId="3685100729" sldId="2147470513"/>
            <ac:spMk id="4" creationId="{4AC0B517-E9F6-B9A2-CC07-415489AB596D}"/>
          </ac:spMkLst>
        </pc:spChg>
      </pc:sldChg>
      <pc:sldChg chg="modSp add mod replId modAnim">
        <pc:chgData name="NoelJacob Biju" userId="81237e03-fe25-4856-a313-93d87126eb3a" providerId="ADAL" clId="{3C0E42A9-D743-4645-8796-E3215A5B31F9}" dt="2026-10-09T05:19:28.021" v="2827"/>
        <pc:sldMkLst>
          <pc:docMk/>
          <pc:sldMk cId="455445429" sldId="2147470514"/>
        </pc:sldMkLst>
        <pc:spChg chg="mod">
          <ac:chgData name="NoelJacob Biju" userId="81237e03-fe25-4856-a313-93d87126eb3a" providerId="ADAL" clId="{3C0E42A9-D743-4645-8796-E3215A5B31F9}" dt="2026-10-09T05:19:27.096" v="2826" actId="20577"/>
          <ac:spMkLst>
            <pc:docMk/>
            <pc:sldMk cId="455445429" sldId="2147470514"/>
            <ac:spMk id="2" creationId="{4E054033-83AF-0DF5-F546-13C4141E4F99}"/>
          </ac:spMkLst>
        </pc:spChg>
        <pc:spChg chg="mod">
          <ac:chgData name="NoelJacob Biju" userId="81237e03-fe25-4856-a313-93d87126eb3a" providerId="ADAL" clId="{3C0E42A9-D743-4645-8796-E3215A5B31F9}" dt="2026-09-30T10:30:54.869" v="2504" actId="20577"/>
          <ac:spMkLst>
            <pc:docMk/>
            <pc:sldMk cId="455445429" sldId="2147470514"/>
            <ac:spMk id="3" creationId="{AB65EB50-4BDB-F71C-F7E5-6397AB6049FD}"/>
          </ac:spMkLst>
        </pc:spChg>
        <pc:spChg chg="mod">
          <ac:chgData name="NoelJacob Biju" userId="81237e03-fe25-4856-a313-93d87126eb3a" providerId="ADAL" clId="{3C0E42A9-D743-4645-8796-E3215A5B31F9}" dt="2026-09-30T10:29:51.225" v="2487" actId="113"/>
          <ac:spMkLst>
            <pc:docMk/>
            <pc:sldMk cId="455445429" sldId="2147470514"/>
            <ac:spMk id="4" creationId="{05807603-E73B-FA16-2453-B531A182F8A4}"/>
          </ac:spMkLst>
        </pc:spChg>
      </pc:sldChg>
      <pc:sldChg chg="modSp add mod modAnim">
        <pc:chgData name="NoelJacob Biju" userId="81237e03-fe25-4856-a313-93d87126eb3a" providerId="ADAL" clId="{3C0E42A9-D743-4645-8796-E3215A5B31F9}" dt="2026-10-07T15:24:31.665" v="2723" actId="2711"/>
        <pc:sldMkLst>
          <pc:docMk/>
          <pc:sldMk cId="1497944885" sldId="2147470515"/>
        </pc:sldMkLst>
        <pc:spChg chg="mod">
          <ac:chgData name="NoelJacob Biju" userId="81237e03-fe25-4856-a313-93d87126eb3a" providerId="ADAL" clId="{3C0E42A9-D743-4645-8796-E3215A5B31F9}" dt="2026-10-07T15:24:31.665" v="2723" actId="2711"/>
          <ac:spMkLst>
            <pc:docMk/>
            <pc:sldMk cId="1497944885" sldId="2147470515"/>
            <ac:spMk id="2" creationId="{0BB887AA-568E-8E2E-47B6-AE59CEA247A0}"/>
          </ac:spMkLst>
        </pc:spChg>
        <pc:spChg chg="mod">
          <ac:chgData name="NoelJacob Biju" userId="81237e03-fe25-4856-a313-93d87126eb3a" providerId="ADAL" clId="{3C0E42A9-D743-4645-8796-E3215A5B31F9}" dt="2026-09-30T05:57:58.593" v="254" actId="20577"/>
          <ac:spMkLst>
            <pc:docMk/>
            <pc:sldMk cId="1497944885" sldId="2147470515"/>
            <ac:spMk id="3" creationId="{2653A201-589C-AEE4-453C-40F32AF38430}"/>
          </ac:spMkLst>
        </pc:spChg>
        <pc:spChg chg="mod">
          <ac:chgData name="NoelJacob Biju" userId="81237e03-fe25-4856-a313-93d87126eb3a" providerId="ADAL" clId="{3C0E42A9-D743-4645-8796-E3215A5B31F9}" dt="2026-09-30T06:39:57.290" v="1257" actId="113"/>
          <ac:spMkLst>
            <pc:docMk/>
            <pc:sldMk cId="1497944885" sldId="2147470515"/>
            <ac:spMk id="4" creationId="{42753041-B89C-970E-06E1-4A2C5DB8E815}"/>
          </ac:spMkLst>
        </pc:spChg>
      </pc:sldChg>
      <pc:sldChg chg="modSp add mod modAnim">
        <pc:chgData name="NoelJacob Biju" userId="81237e03-fe25-4856-a313-93d87126eb3a" providerId="ADAL" clId="{3C0E42A9-D743-4645-8796-E3215A5B31F9}" dt="2026-10-07T15:26:11.490" v="2737" actId="2711"/>
        <pc:sldMkLst>
          <pc:docMk/>
          <pc:sldMk cId="1976232060" sldId="2147470516"/>
        </pc:sldMkLst>
        <pc:spChg chg="mod">
          <ac:chgData name="NoelJacob Biju" userId="81237e03-fe25-4856-a313-93d87126eb3a" providerId="ADAL" clId="{3C0E42A9-D743-4645-8796-E3215A5B31F9}" dt="2026-10-07T15:26:11.490" v="2737" actId="2711"/>
          <ac:spMkLst>
            <pc:docMk/>
            <pc:sldMk cId="1976232060" sldId="2147470516"/>
            <ac:spMk id="2" creationId="{3A369F71-5C62-739B-3730-B88A3E953085}"/>
          </ac:spMkLst>
        </pc:spChg>
        <pc:spChg chg="mod">
          <ac:chgData name="NoelJacob Biju" userId="81237e03-fe25-4856-a313-93d87126eb3a" providerId="ADAL" clId="{3C0E42A9-D743-4645-8796-E3215A5B31F9}" dt="2026-09-30T06:03:53.401" v="345" actId="20577"/>
          <ac:spMkLst>
            <pc:docMk/>
            <pc:sldMk cId="1976232060" sldId="2147470516"/>
            <ac:spMk id="3" creationId="{DC3A2264-4BBD-51CB-F87C-EE9CACFC8463}"/>
          </ac:spMkLst>
        </pc:spChg>
        <pc:spChg chg="mod">
          <ac:chgData name="NoelJacob Biju" userId="81237e03-fe25-4856-a313-93d87126eb3a" providerId="ADAL" clId="{3C0E42A9-D743-4645-8796-E3215A5B31F9}" dt="2026-09-30T06:42:53.678" v="1273" actId="20577"/>
          <ac:spMkLst>
            <pc:docMk/>
            <pc:sldMk cId="1976232060" sldId="2147470516"/>
            <ac:spMk id="4" creationId="{0BAA010A-BD08-00EA-494C-194AD6B73019}"/>
          </ac:spMkLst>
        </pc:spChg>
      </pc:sldChg>
      <pc:sldChg chg="modSp add mod modAnim">
        <pc:chgData name="NoelJacob Biju" userId="81237e03-fe25-4856-a313-93d87126eb3a" providerId="ADAL" clId="{3C0E42A9-D743-4645-8796-E3215A5B31F9}" dt="2026-10-07T15:26:32.859" v="2740" actId="2711"/>
        <pc:sldMkLst>
          <pc:docMk/>
          <pc:sldMk cId="1779426230" sldId="2147470517"/>
        </pc:sldMkLst>
        <pc:spChg chg="mod">
          <ac:chgData name="NoelJacob Biju" userId="81237e03-fe25-4856-a313-93d87126eb3a" providerId="ADAL" clId="{3C0E42A9-D743-4645-8796-E3215A5B31F9}" dt="2026-10-07T15:26:32.859" v="2740" actId="2711"/>
          <ac:spMkLst>
            <pc:docMk/>
            <pc:sldMk cId="1779426230" sldId="2147470517"/>
            <ac:spMk id="2" creationId="{CE4A43A6-298A-5D7D-0105-5E29C8A08D4C}"/>
          </ac:spMkLst>
        </pc:spChg>
        <pc:spChg chg="mod">
          <ac:chgData name="NoelJacob Biju" userId="81237e03-fe25-4856-a313-93d87126eb3a" providerId="ADAL" clId="{3C0E42A9-D743-4645-8796-E3215A5B31F9}" dt="2026-09-30T06:05:46.834" v="404" actId="20577"/>
          <ac:spMkLst>
            <pc:docMk/>
            <pc:sldMk cId="1779426230" sldId="2147470517"/>
            <ac:spMk id="3" creationId="{2384B8DD-B071-204D-503E-1478FEF1C85E}"/>
          </ac:spMkLst>
        </pc:spChg>
        <pc:spChg chg="mod">
          <ac:chgData name="NoelJacob Biju" userId="81237e03-fe25-4856-a313-93d87126eb3a" providerId="ADAL" clId="{3C0E42A9-D743-4645-8796-E3215A5B31F9}" dt="2026-09-30T06:42:22.517" v="1271" actId="20577"/>
          <ac:spMkLst>
            <pc:docMk/>
            <pc:sldMk cId="1779426230" sldId="2147470517"/>
            <ac:spMk id="4" creationId="{461BBD92-8069-0B5D-935D-ABFCDE128CAF}"/>
          </ac:spMkLst>
        </pc:spChg>
      </pc:sldChg>
      <pc:sldChg chg="modSp add mod modAnim">
        <pc:chgData name="NoelJacob Biju" userId="81237e03-fe25-4856-a313-93d87126eb3a" providerId="ADAL" clId="{3C0E42A9-D743-4645-8796-E3215A5B31F9}" dt="2026-10-07T15:26:51.478" v="2742" actId="2711"/>
        <pc:sldMkLst>
          <pc:docMk/>
          <pc:sldMk cId="898865569" sldId="2147470519"/>
        </pc:sldMkLst>
        <pc:spChg chg="mod">
          <ac:chgData name="NoelJacob Biju" userId="81237e03-fe25-4856-a313-93d87126eb3a" providerId="ADAL" clId="{3C0E42A9-D743-4645-8796-E3215A5B31F9}" dt="2026-10-07T15:26:51.478" v="2742" actId="2711"/>
          <ac:spMkLst>
            <pc:docMk/>
            <pc:sldMk cId="898865569" sldId="2147470519"/>
            <ac:spMk id="2" creationId="{7D37C6B3-8C16-0B95-EA0A-2BFAB5D2EA4D}"/>
          </ac:spMkLst>
        </pc:spChg>
        <pc:spChg chg="mod">
          <ac:chgData name="NoelJacob Biju" userId="81237e03-fe25-4856-a313-93d87126eb3a" providerId="ADAL" clId="{3C0E42A9-D743-4645-8796-E3215A5B31F9}" dt="2026-09-30T06:08:02.681" v="457" actId="20577"/>
          <ac:spMkLst>
            <pc:docMk/>
            <pc:sldMk cId="898865569" sldId="2147470519"/>
            <ac:spMk id="3" creationId="{48033758-6619-BAFA-892E-E3DFADCBB714}"/>
          </ac:spMkLst>
        </pc:spChg>
        <pc:spChg chg="mod">
          <ac:chgData name="NoelJacob Biju" userId="81237e03-fe25-4856-a313-93d87126eb3a" providerId="ADAL" clId="{3C0E42A9-D743-4645-8796-E3215A5B31F9}" dt="2026-09-30T06:43:33.553" v="1279" actId="20577"/>
          <ac:spMkLst>
            <pc:docMk/>
            <pc:sldMk cId="898865569" sldId="2147470519"/>
            <ac:spMk id="4" creationId="{4BF5ECA5-D190-64A2-5C8B-E7B6194EADAB}"/>
          </ac:spMkLst>
        </pc:spChg>
      </pc:sldChg>
      <pc:sldChg chg="modSp add mod modAnim">
        <pc:chgData name="NoelJacob Biju" userId="81237e03-fe25-4856-a313-93d87126eb3a" providerId="ADAL" clId="{3C0E42A9-D743-4645-8796-E3215A5B31F9}" dt="2026-10-07T15:27:34.451" v="2744" actId="2711"/>
        <pc:sldMkLst>
          <pc:docMk/>
          <pc:sldMk cId="3323202509" sldId="2147470520"/>
        </pc:sldMkLst>
        <pc:spChg chg="mod">
          <ac:chgData name="NoelJacob Biju" userId="81237e03-fe25-4856-a313-93d87126eb3a" providerId="ADAL" clId="{3C0E42A9-D743-4645-8796-E3215A5B31F9}" dt="2026-10-07T15:27:34.451" v="2744" actId="2711"/>
          <ac:spMkLst>
            <pc:docMk/>
            <pc:sldMk cId="3323202509" sldId="2147470520"/>
            <ac:spMk id="2" creationId="{7102E18E-FA44-C4F5-18E6-D223FB80F74D}"/>
          </ac:spMkLst>
        </pc:spChg>
        <pc:spChg chg="mod">
          <ac:chgData name="NoelJacob Biju" userId="81237e03-fe25-4856-a313-93d87126eb3a" providerId="ADAL" clId="{3C0E42A9-D743-4645-8796-E3215A5B31F9}" dt="2026-09-30T06:10:11.148" v="508" actId="20577"/>
          <ac:spMkLst>
            <pc:docMk/>
            <pc:sldMk cId="3323202509" sldId="2147470520"/>
            <ac:spMk id="3" creationId="{4E5E676E-B904-6458-855E-E458990FF366}"/>
          </ac:spMkLst>
        </pc:spChg>
        <pc:spChg chg="mod">
          <ac:chgData name="NoelJacob Biju" userId="81237e03-fe25-4856-a313-93d87126eb3a" providerId="ADAL" clId="{3C0E42A9-D743-4645-8796-E3215A5B31F9}" dt="2026-09-30T06:43:56.855" v="1285" actId="113"/>
          <ac:spMkLst>
            <pc:docMk/>
            <pc:sldMk cId="3323202509" sldId="2147470520"/>
            <ac:spMk id="4" creationId="{B13167F0-0C00-2742-BF01-83D27E6AD92E}"/>
          </ac:spMkLst>
        </pc:spChg>
      </pc:sldChg>
      <pc:sldChg chg="modSp add mod">
        <pc:chgData name="NoelJacob Biju" userId="81237e03-fe25-4856-a313-93d87126eb3a" providerId="ADAL" clId="{3C0E42A9-D743-4645-8796-E3215A5B31F9}" dt="2026-10-07T15:27:42.428" v="2745" actId="2711"/>
        <pc:sldMkLst>
          <pc:docMk/>
          <pc:sldMk cId="1034374368" sldId="2147470521"/>
        </pc:sldMkLst>
        <pc:spChg chg="mod">
          <ac:chgData name="NoelJacob Biju" userId="81237e03-fe25-4856-a313-93d87126eb3a" providerId="ADAL" clId="{3C0E42A9-D743-4645-8796-E3215A5B31F9}" dt="2026-10-07T15:27:42.428" v="2745" actId="2711"/>
          <ac:spMkLst>
            <pc:docMk/>
            <pc:sldMk cId="1034374368" sldId="2147470521"/>
            <ac:spMk id="2" creationId="{AB566A8B-0C3C-2EE4-4A81-ABDECD463203}"/>
          </ac:spMkLst>
        </pc:spChg>
        <pc:spChg chg="mod">
          <ac:chgData name="NoelJacob Biju" userId="81237e03-fe25-4856-a313-93d87126eb3a" providerId="ADAL" clId="{3C0E42A9-D743-4645-8796-E3215A5B31F9}" dt="2026-09-30T06:44:08.741" v="1288" actId="113"/>
          <ac:spMkLst>
            <pc:docMk/>
            <pc:sldMk cId="1034374368" sldId="2147470521"/>
            <ac:spMk id="4" creationId="{CA4DCCB0-30DA-D2A6-A3DD-E48C51A6F11B}"/>
          </ac:spMkLst>
        </pc:spChg>
      </pc:sldChg>
      <pc:sldChg chg="modSp add mod modAnim">
        <pc:chgData name="NoelJacob Biju" userId="81237e03-fe25-4856-a313-93d87126eb3a" providerId="ADAL" clId="{3C0E42A9-D743-4645-8796-E3215A5B31F9}" dt="2026-10-07T15:29:02.261" v="2750" actId="2711"/>
        <pc:sldMkLst>
          <pc:docMk/>
          <pc:sldMk cId="1151625182" sldId="2147470522"/>
        </pc:sldMkLst>
        <pc:spChg chg="mod">
          <ac:chgData name="NoelJacob Biju" userId="81237e03-fe25-4856-a313-93d87126eb3a" providerId="ADAL" clId="{3C0E42A9-D743-4645-8796-E3215A5B31F9}" dt="2026-10-07T15:29:02.261" v="2750" actId="2711"/>
          <ac:spMkLst>
            <pc:docMk/>
            <pc:sldMk cId="1151625182" sldId="2147470522"/>
            <ac:spMk id="2" creationId="{363E7DD6-BA5B-485F-33C7-A46B1C672C62}"/>
          </ac:spMkLst>
        </pc:spChg>
        <pc:spChg chg="mod">
          <ac:chgData name="NoelJacob Biju" userId="81237e03-fe25-4856-a313-93d87126eb3a" providerId="ADAL" clId="{3C0E42A9-D743-4645-8796-E3215A5B31F9}" dt="2026-09-30T06:47:36.637" v="1338" actId="20577"/>
          <ac:spMkLst>
            <pc:docMk/>
            <pc:sldMk cId="1151625182" sldId="2147470522"/>
            <ac:spMk id="3" creationId="{C9027C22-2E74-9EBA-1D2F-48101B7F8FFC}"/>
          </ac:spMkLst>
        </pc:spChg>
      </pc:sldChg>
      <pc:sldChg chg="modSp add modAnim">
        <pc:chgData name="NoelJacob Biju" userId="81237e03-fe25-4856-a313-93d87126eb3a" providerId="ADAL" clId="{3C0E42A9-D743-4645-8796-E3215A5B31F9}" dt="2026-10-07T15:29:14.286" v="2751" actId="2711"/>
        <pc:sldMkLst>
          <pc:docMk/>
          <pc:sldMk cId="873225957" sldId="2147470523"/>
        </pc:sldMkLst>
        <pc:spChg chg="mod">
          <ac:chgData name="NoelJacob Biju" userId="81237e03-fe25-4856-a313-93d87126eb3a" providerId="ADAL" clId="{3C0E42A9-D743-4645-8796-E3215A5B31F9}" dt="2026-10-07T15:29:14.286" v="2751" actId="2711"/>
          <ac:spMkLst>
            <pc:docMk/>
            <pc:sldMk cId="873225957" sldId="2147470523"/>
            <ac:spMk id="2" creationId="{A76C0721-8395-6D60-9F94-0B790817D6F2}"/>
          </ac:spMkLst>
        </pc:spChg>
      </pc:sldChg>
      <pc:sldChg chg="modSp add del mod modAnim">
        <pc:chgData name="NoelJacob Biju" userId="81237e03-fe25-4856-a313-93d87126eb3a" providerId="ADAL" clId="{3C0E42A9-D743-4645-8796-E3215A5B31F9}" dt="2026-10-09T05:11:32.875" v="2790" actId="2696"/>
        <pc:sldMkLst>
          <pc:docMk/>
          <pc:sldMk cId="2742199030" sldId="2147470524"/>
        </pc:sldMkLst>
      </pc:sldChg>
      <pc:sldChg chg="modSp add mod modAnim">
        <pc:chgData name="NoelJacob Biju" userId="81237e03-fe25-4856-a313-93d87126eb3a" providerId="ADAL" clId="{3C0E42A9-D743-4645-8796-E3215A5B31F9}" dt="2026-10-09T05:14:13.673" v="2801"/>
        <pc:sldMkLst>
          <pc:docMk/>
          <pc:sldMk cId="1927429060" sldId="2147470525"/>
        </pc:sldMkLst>
        <pc:spChg chg="mod">
          <ac:chgData name="NoelJacob Biju" userId="81237e03-fe25-4856-a313-93d87126eb3a" providerId="ADAL" clId="{3C0E42A9-D743-4645-8796-E3215A5B31F9}" dt="2026-10-07T15:30:54.618" v="2762" actId="14100"/>
          <ac:spMkLst>
            <pc:docMk/>
            <pc:sldMk cId="1927429060" sldId="2147470525"/>
            <ac:spMk id="2" creationId="{2CEAD3C5-C2E5-A373-D0A3-99848F85A0B7}"/>
          </ac:spMkLst>
        </pc:spChg>
        <pc:spChg chg="mod">
          <ac:chgData name="NoelJacob Biju" userId="81237e03-fe25-4856-a313-93d87126eb3a" providerId="ADAL" clId="{3C0E42A9-D743-4645-8796-E3215A5B31F9}" dt="2026-09-30T09:26:47.308" v="1687" actId="20577"/>
          <ac:spMkLst>
            <pc:docMk/>
            <pc:sldMk cId="1927429060" sldId="2147470525"/>
            <ac:spMk id="3" creationId="{5E9DB0A7-410D-808A-9D07-7E29A529D046}"/>
          </ac:spMkLst>
        </pc:spChg>
        <pc:spChg chg="mod">
          <ac:chgData name="NoelJacob Biju" userId="81237e03-fe25-4856-a313-93d87126eb3a" providerId="ADAL" clId="{3C0E42A9-D743-4645-8796-E3215A5B31F9}" dt="2026-09-30T10:27:07.068" v="2476" actId="113"/>
          <ac:spMkLst>
            <pc:docMk/>
            <pc:sldMk cId="1927429060" sldId="2147470525"/>
            <ac:spMk id="4" creationId="{5C81D1EF-0164-F286-F200-7135E3C3FDAB}"/>
          </ac:spMkLst>
        </pc:spChg>
      </pc:sldChg>
      <pc:sldChg chg="modSp add del mod modAnim">
        <pc:chgData name="NoelJacob Biju" userId="81237e03-fe25-4856-a313-93d87126eb3a" providerId="ADAL" clId="{3C0E42A9-D743-4645-8796-E3215A5B31F9}" dt="2026-10-09T05:15:48.317" v="2812" actId="2696"/>
        <pc:sldMkLst>
          <pc:docMk/>
          <pc:sldMk cId="1969614195" sldId="2147470526"/>
        </pc:sldMkLst>
      </pc:sldChg>
      <pc:sldChg chg="modSp add del mod modAnim">
        <pc:chgData name="NoelJacob Biju" userId="81237e03-fe25-4856-a313-93d87126eb3a" providerId="ADAL" clId="{3C0E42A9-D743-4645-8796-E3215A5B31F9}" dt="2026-10-09T05:15:57.273" v="2814" actId="2696"/>
        <pc:sldMkLst>
          <pc:docMk/>
          <pc:sldMk cId="2646528908" sldId="2147470527"/>
        </pc:sldMkLst>
      </pc:sldChg>
      <pc:sldChg chg="modSp add del mod modAnim">
        <pc:chgData name="NoelJacob Biju" userId="81237e03-fe25-4856-a313-93d87126eb3a" providerId="ADAL" clId="{3C0E42A9-D743-4645-8796-E3215A5B31F9}" dt="2026-10-09T05:15:52.444" v="2813" actId="2696"/>
        <pc:sldMkLst>
          <pc:docMk/>
          <pc:sldMk cId="4137963976" sldId="2147470528"/>
        </pc:sldMkLst>
      </pc:sldChg>
      <pc:sldChg chg="modSp add del mod modAnim">
        <pc:chgData name="NoelJacob Biju" userId="81237e03-fe25-4856-a313-93d87126eb3a" providerId="ADAL" clId="{3C0E42A9-D743-4645-8796-E3215A5B31F9}" dt="2026-10-09T05:18:33.779" v="2824" actId="2696"/>
        <pc:sldMkLst>
          <pc:docMk/>
          <pc:sldMk cId="2996848722" sldId="2147470529"/>
        </pc:sldMkLst>
      </pc:sldChg>
      <pc:sldChg chg="modSp add mod ord modAnim">
        <pc:chgData name="NoelJacob Biju" userId="81237e03-fe25-4856-a313-93d87126eb3a" providerId="ADAL" clId="{3C0E42A9-D743-4645-8796-E3215A5B31F9}" dt="2026-10-07T15:27:59.092" v="2746" actId="2711"/>
        <pc:sldMkLst>
          <pc:docMk/>
          <pc:sldMk cId="1607885456" sldId="2147470530"/>
        </pc:sldMkLst>
        <pc:spChg chg="mod">
          <ac:chgData name="NoelJacob Biju" userId="81237e03-fe25-4856-a313-93d87126eb3a" providerId="ADAL" clId="{3C0E42A9-D743-4645-8796-E3215A5B31F9}" dt="2026-10-07T15:27:59.092" v="2746" actId="2711"/>
          <ac:spMkLst>
            <pc:docMk/>
            <pc:sldMk cId="1607885456" sldId="2147470530"/>
            <ac:spMk id="2" creationId="{36E64071-DF4B-D3C5-431D-571AB8843403}"/>
          </ac:spMkLst>
        </pc:spChg>
        <pc:spChg chg="mod">
          <ac:chgData name="NoelJacob Biju" userId="81237e03-fe25-4856-a313-93d87126eb3a" providerId="ADAL" clId="{3C0E42A9-D743-4645-8796-E3215A5B31F9}" dt="2026-10-07T14:45:46.021" v="2683" actId="20577"/>
          <ac:spMkLst>
            <pc:docMk/>
            <pc:sldMk cId="1607885456" sldId="2147470530"/>
            <ac:spMk id="3" creationId="{C52212ED-0352-2C1C-0B90-7AA10BD258C2}"/>
          </ac:spMkLst>
        </pc:spChg>
      </pc:sldChg>
      <pc:sldChg chg="modSp add mod modAnim">
        <pc:chgData name="NoelJacob Biju" userId="81237e03-fe25-4856-a313-93d87126eb3a" providerId="ADAL" clId="{3C0E42A9-D743-4645-8796-E3215A5B31F9}" dt="2026-10-09T05:17:26.917" v="2822"/>
        <pc:sldMkLst>
          <pc:docMk/>
          <pc:sldMk cId="3204093150" sldId="2147470531"/>
        </pc:sldMkLst>
        <pc:spChg chg="mod">
          <ac:chgData name="NoelJacob Biju" userId="81237e03-fe25-4856-a313-93d87126eb3a" providerId="ADAL" clId="{3C0E42A9-D743-4645-8796-E3215A5B31F9}" dt="2026-10-09T05:17:26.464" v="2821" actId="20577"/>
          <ac:spMkLst>
            <pc:docMk/>
            <pc:sldMk cId="3204093150" sldId="2147470531"/>
            <ac:spMk id="2" creationId="{649EBADA-7A75-D3FB-A68F-E9DAEBBCF482}"/>
          </ac:spMkLst>
        </pc:spChg>
        <pc:spChg chg="mod">
          <ac:chgData name="NoelJacob Biju" userId="81237e03-fe25-4856-a313-93d87126eb3a" providerId="ADAL" clId="{3C0E42A9-D743-4645-8796-E3215A5B31F9}" dt="2026-10-07T15:23:37.694" v="2719" actId="20577"/>
          <ac:spMkLst>
            <pc:docMk/>
            <pc:sldMk cId="3204093150" sldId="2147470531"/>
            <ac:spMk id="3" creationId="{950FD809-C06D-E8DB-366A-F83B0B487A1B}"/>
          </ac:spMkLst>
        </pc:spChg>
      </pc:sldChg>
      <pc:sldChg chg="modSp add mod modAnim">
        <pc:chgData name="NoelJacob Biju" userId="81237e03-fe25-4856-a313-93d87126eb3a" providerId="ADAL" clId="{3C0E42A9-D743-4645-8796-E3215A5B31F9}" dt="2026-10-09T05:22:12.352" v="2882" actId="2711"/>
        <pc:sldMkLst>
          <pc:docMk/>
          <pc:sldMk cId="2473082510" sldId="2147470532"/>
        </pc:sldMkLst>
        <pc:spChg chg="mod">
          <ac:chgData name="NoelJacob Biju" userId="81237e03-fe25-4856-a313-93d87126eb3a" providerId="ADAL" clId="{3C0E42A9-D743-4645-8796-E3215A5B31F9}" dt="2026-10-09T05:22:12.352" v="2882" actId="2711"/>
          <ac:spMkLst>
            <pc:docMk/>
            <pc:sldMk cId="2473082510" sldId="2147470532"/>
            <ac:spMk id="2" creationId="{234E0886-87A4-C60E-14F3-C068CE38B72D}"/>
          </ac:spMkLst>
        </pc:spChg>
        <pc:spChg chg="mod">
          <ac:chgData name="NoelJacob Biju" userId="81237e03-fe25-4856-a313-93d87126eb3a" providerId="ADAL" clId="{3C0E42A9-D743-4645-8796-E3215A5B31F9}" dt="2026-10-09T05:21:25.105" v="2863" actId="20577"/>
          <ac:spMkLst>
            <pc:docMk/>
            <pc:sldMk cId="2473082510" sldId="2147470532"/>
            <ac:spMk id="3" creationId="{CBFFD28A-8C41-0FE0-FD6D-911A9F6DF134}"/>
          </ac:spMkLst>
        </pc:spChg>
      </pc:sldChg>
      <pc:sldChg chg="modSp add mod modAnim">
        <pc:chgData name="NoelJacob Biju" userId="81237e03-fe25-4856-a313-93d87126eb3a" providerId="ADAL" clId="{3C0E42A9-D743-4645-8796-E3215A5B31F9}" dt="2026-10-09T05:22:03.834" v="2881"/>
        <pc:sldMkLst>
          <pc:docMk/>
          <pc:sldMk cId="2075890301" sldId="2147470533"/>
        </pc:sldMkLst>
        <pc:spChg chg="mod">
          <ac:chgData name="NoelJacob Biju" userId="81237e03-fe25-4856-a313-93d87126eb3a" providerId="ADAL" clId="{3C0E42A9-D743-4645-8796-E3215A5B31F9}" dt="2026-10-09T05:22:01.206" v="2880" actId="20577"/>
          <ac:spMkLst>
            <pc:docMk/>
            <pc:sldMk cId="2075890301" sldId="2147470533"/>
            <ac:spMk id="3" creationId="{224911B0-8265-EA72-2F3C-9C0E67FD574E}"/>
          </ac:spMkLst>
        </pc:spChg>
      </pc:sldChg>
      <pc:sldChg chg="addSp delSp modSp add mod ord modAnim">
        <pc:chgData name="NoelJacob Biju" userId="81237e03-fe25-4856-a313-93d87126eb3a" providerId="ADAL" clId="{3C0E42A9-D743-4645-8796-E3215A5B31F9}" dt="2026-10-09T05:33:27.959" v="3006" actId="255"/>
        <pc:sldMkLst>
          <pc:docMk/>
          <pc:sldMk cId="4022276590" sldId="2147470534"/>
        </pc:sldMkLst>
        <pc:spChg chg="mod">
          <ac:chgData name="NoelJacob Biju" userId="81237e03-fe25-4856-a313-93d87126eb3a" providerId="ADAL" clId="{3C0E42A9-D743-4645-8796-E3215A5B31F9}" dt="2026-10-09T05:30:50.717" v="2948" actId="20577"/>
          <ac:spMkLst>
            <pc:docMk/>
            <pc:sldMk cId="4022276590" sldId="2147470534"/>
            <ac:spMk id="2" creationId="{62173DE4-ED5A-C409-BC94-C9751210910F}"/>
          </ac:spMkLst>
        </pc:spChg>
        <pc:spChg chg="mod">
          <ac:chgData name="NoelJacob Biju" userId="81237e03-fe25-4856-a313-93d87126eb3a" providerId="ADAL" clId="{3C0E42A9-D743-4645-8796-E3215A5B31F9}" dt="2026-10-09T05:30:39.823" v="2947" actId="20577"/>
          <ac:spMkLst>
            <pc:docMk/>
            <pc:sldMk cId="4022276590" sldId="2147470534"/>
            <ac:spMk id="3" creationId="{9D6FCA60-1DF5-5353-6D37-BCE525F6A420}"/>
          </ac:spMkLst>
        </pc:spChg>
        <pc:spChg chg="add del mod">
          <ac:chgData name="NoelJacob Biju" userId="81237e03-fe25-4856-a313-93d87126eb3a" providerId="ADAL" clId="{3C0E42A9-D743-4645-8796-E3215A5B31F9}" dt="2026-10-09T05:31:28.584" v="2953" actId="21"/>
          <ac:spMkLst>
            <pc:docMk/>
            <pc:sldMk cId="4022276590" sldId="2147470534"/>
            <ac:spMk id="6" creationId="{322168B4-6FB7-05DD-CBFB-A7A773B70D74}"/>
          </ac:spMkLst>
        </pc:spChg>
        <pc:spChg chg="add del mod">
          <ac:chgData name="NoelJacob Biju" userId="81237e03-fe25-4856-a313-93d87126eb3a" providerId="ADAL" clId="{3C0E42A9-D743-4645-8796-E3215A5B31F9}" dt="2026-10-09T05:31:28.594" v="2955"/>
          <ac:spMkLst>
            <pc:docMk/>
            <pc:sldMk cId="4022276590" sldId="2147470534"/>
            <ac:spMk id="7" creationId="{6B7B31F6-D404-E217-C82C-D19559E9F058}"/>
          </ac:spMkLst>
        </pc:spChg>
        <pc:spChg chg="add mod">
          <ac:chgData name="NoelJacob Biju" userId="81237e03-fe25-4856-a313-93d87126eb3a" providerId="ADAL" clId="{3C0E42A9-D743-4645-8796-E3215A5B31F9}" dt="2026-10-09T05:32:04.131" v="2998" actId="20577"/>
          <ac:spMkLst>
            <pc:docMk/>
            <pc:sldMk cId="4022276590" sldId="2147470534"/>
            <ac:spMk id="8" creationId="{3AF345FC-537B-4541-3340-0515F51A4BF5}"/>
          </ac:spMkLst>
        </pc:spChg>
        <pc:graphicFrameChg chg="add mod modGraphic">
          <ac:chgData name="NoelJacob Biju" userId="81237e03-fe25-4856-a313-93d87126eb3a" providerId="ADAL" clId="{3C0E42A9-D743-4645-8796-E3215A5B31F9}" dt="2026-10-09T05:33:27.959" v="3006" actId="255"/>
          <ac:graphicFrameMkLst>
            <pc:docMk/>
            <pc:sldMk cId="4022276590" sldId="2147470534"/>
            <ac:graphicFrameMk id="9" creationId="{828B3C26-4020-6169-1110-79D6C567347D}"/>
          </ac:graphicFrameMkLst>
        </pc:graphicFrameChg>
      </pc:sldChg>
      <pc:sldChg chg="addSp delSp modSp add mod delAnim">
        <pc:chgData name="NoelJacob Biju" userId="81237e03-fe25-4856-a313-93d87126eb3a" providerId="ADAL" clId="{3C0E42A9-D743-4645-8796-E3215A5B31F9}" dt="2026-10-09T05:37:10.033" v="3074" actId="14100"/>
        <pc:sldMkLst>
          <pc:docMk/>
          <pc:sldMk cId="2080993660" sldId="2147470535"/>
        </pc:sldMkLst>
        <pc:spChg chg="del">
          <ac:chgData name="NoelJacob Biju" userId="81237e03-fe25-4856-a313-93d87126eb3a" providerId="ADAL" clId="{3C0E42A9-D743-4645-8796-E3215A5B31F9}" dt="2026-10-09T05:35:57.806" v="3008" actId="21"/>
          <ac:spMkLst>
            <pc:docMk/>
            <pc:sldMk cId="2080993660" sldId="2147470535"/>
            <ac:spMk id="2" creationId="{396FD70E-D274-FCD1-5DB7-9C0DF3C30BFF}"/>
          </ac:spMkLst>
        </pc:spChg>
        <pc:spChg chg="mod">
          <ac:chgData name="NoelJacob Biju" userId="81237e03-fe25-4856-a313-93d87126eb3a" providerId="ADAL" clId="{3C0E42A9-D743-4645-8796-E3215A5B31F9}" dt="2026-10-09T05:36:30.861" v="3068" actId="20577"/>
          <ac:spMkLst>
            <pc:docMk/>
            <pc:sldMk cId="2080993660" sldId="2147470535"/>
            <ac:spMk id="3" creationId="{0811C385-3821-5C36-1568-86BD7BF5BE53}"/>
          </ac:spMkLst>
        </pc:spChg>
        <pc:spChg chg="mod">
          <ac:chgData name="NoelJacob Biju" userId="81237e03-fe25-4856-a313-93d87126eb3a" providerId="ADAL" clId="{3C0E42A9-D743-4645-8796-E3215A5B31F9}" dt="2026-10-09T05:36:08.984" v="3012" actId="1076"/>
          <ac:spMkLst>
            <pc:docMk/>
            <pc:sldMk cId="2080993660" sldId="2147470535"/>
            <ac:spMk id="4" creationId="{DAC32CC6-2FC4-BC70-E9EF-C310AF9FC80D}"/>
          </ac:spMkLst>
        </pc:spChg>
        <pc:spChg chg="add del mod">
          <ac:chgData name="NoelJacob Biju" userId="81237e03-fe25-4856-a313-93d87126eb3a" providerId="ADAL" clId="{3C0E42A9-D743-4645-8796-E3215A5B31F9}" dt="2026-10-09T05:36:02.815" v="3009" actId="21"/>
          <ac:spMkLst>
            <pc:docMk/>
            <pc:sldMk cId="2080993660" sldId="2147470535"/>
            <ac:spMk id="7" creationId="{5F3467C0-E06A-4AD2-A64B-F3B735671768}"/>
          </ac:spMkLst>
        </pc:spChg>
        <pc:spChg chg="del">
          <ac:chgData name="NoelJacob Biju" userId="81237e03-fe25-4856-a313-93d87126eb3a" providerId="ADAL" clId="{3C0E42A9-D743-4645-8796-E3215A5B31F9}" dt="2026-10-09T05:36:06.983" v="3010" actId="21"/>
          <ac:spMkLst>
            <pc:docMk/>
            <pc:sldMk cId="2080993660" sldId="2147470535"/>
            <ac:spMk id="8" creationId="{CA672AAB-08CB-CBFA-2C8F-79A589850950}"/>
          </ac:spMkLst>
        </pc:spChg>
        <pc:graphicFrameChg chg="del">
          <ac:chgData name="NoelJacob Biju" userId="81237e03-fe25-4856-a313-93d87126eb3a" providerId="ADAL" clId="{3C0E42A9-D743-4645-8796-E3215A5B31F9}" dt="2026-10-09T05:36:16.127" v="3013" actId="21"/>
          <ac:graphicFrameMkLst>
            <pc:docMk/>
            <pc:sldMk cId="2080993660" sldId="2147470535"/>
            <ac:graphicFrameMk id="9" creationId="{E38D2CB5-F459-51FE-D518-28FBE79CBA9F}"/>
          </ac:graphicFrameMkLst>
        </pc:graphicFrameChg>
        <pc:picChg chg="add mod">
          <ac:chgData name="NoelJacob Biju" userId="81237e03-fe25-4856-a313-93d87126eb3a" providerId="ADAL" clId="{3C0E42A9-D743-4645-8796-E3215A5B31F9}" dt="2026-10-09T05:37:10.033" v="3074" actId="14100"/>
          <ac:picMkLst>
            <pc:docMk/>
            <pc:sldMk cId="2080993660" sldId="2147470535"/>
            <ac:picMk id="11" creationId="{787BB0A6-D099-5FE4-731E-96CB2BA5B60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64633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Real Time DevOps Incident Triage and Auto Remediation Agent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Noel Jacob Biju</a:t>
            </a:r>
          </a:p>
          <a:p>
            <a:pPr lvl="0" algn="ctr">
              <a:defRPr/>
            </a:pPr>
            <a:r>
              <a:rPr lang="en-US" sz="2400" b="1" dirty="0">
                <a:solidFill>
                  <a:prstClr val="white"/>
                </a:solidFill>
                <a:cs typeface="Calibri" panose="020F0502020204030204" pitchFamily="34" charset="0"/>
              </a:rPr>
              <a:t>25MML1023</a:t>
            </a:r>
          </a:p>
          <a:p>
            <a:pPr lvl="0" algn="ctr">
              <a:defRPr/>
            </a:pPr>
            <a:r>
              <a:rPr lang="en-US" sz="2400" b="1" dirty="0">
                <a:solidFill>
                  <a:prstClr val="white"/>
                </a:solidFill>
                <a:cs typeface="Calibri" panose="020F0502020204030204" pitchFamily="34" charset="0"/>
              </a:rPr>
              <a:t>MTech AI&amp;ML with </a:t>
            </a:r>
            <a:r>
              <a:rPr lang="en-US" sz="2400" b="1" dirty="0" err="1">
                <a:solidFill>
                  <a:prstClr val="white"/>
                </a:solidFill>
                <a:cs typeface="Calibri" panose="020F0502020204030204" pitchFamily="34" charset="0"/>
              </a:rPr>
              <a:t>LTIMindtree</a:t>
            </a:r>
            <a:r>
              <a:rPr lang="en-US" sz="2400" b="1" dirty="0">
                <a:solidFill>
                  <a:prstClr val="white"/>
                </a:solidFill>
                <a:cs typeface="Calibri" panose="020F0502020204030204" pitchFamily="34" charset="0"/>
              </a:rPr>
              <a:t> </a:t>
            </a:r>
            <a:r>
              <a:rPr lang="en-US" sz="2400" b="1" dirty="0" err="1">
                <a:solidFill>
                  <a:prstClr val="white"/>
                </a:solidFill>
                <a:cs typeface="Calibri" panose="020F0502020204030204" pitchFamily="34" charset="0"/>
              </a:rPr>
              <a:t>collaboartion</a:t>
            </a:r>
            <a:endParaRPr lang="en-US" sz="2400" b="1" dirty="0">
              <a:solidFill>
                <a:prstClr val="white"/>
              </a:solidFill>
              <a:cs typeface="Calibri" panose="020F0502020204030204" pitchFamily="34" charset="0"/>
            </a:endParaRPr>
          </a:p>
          <a:p>
            <a:pPr lvl="0" algn="ctr">
              <a:defRPr/>
            </a:pPr>
            <a:r>
              <a:rPr lang="en-US" sz="2400" b="1" dirty="0">
                <a:solidFill>
                  <a:prstClr val="white"/>
                </a:solidFill>
                <a:cs typeface="Calibri" panose="020F0502020204030204" pitchFamily="34" charset="0"/>
              </a:rPr>
              <a:t>T9988</a:t>
            </a:r>
          </a:p>
          <a:p>
            <a:pPr lvl="0" algn="ctr">
              <a:defRPr/>
            </a:pPr>
            <a:endParaRPr lang="en-US" sz="2400" b="1" dirty="0">
              <a:solidFill>
                <a:prstClr val="white"/>
              </a:solidFill>
              <a:cs typeface="Calibri" panose="020F0502020204030204" pitchFamily="34" charset="0"/>
            </a:endParaRPr>
          </a:p>
          <a:p>
            <a:pPr algn="ctr">
              <a:defRPr/>
            </a:pPr>
            <a:endParaRPr lang="en-US" sz="2400" b="1" dirty="0">
              <a:solidFill>
                <a:prstClr val="white"/>
              </a:solidFill>
              <a:cs typeface="Calibri" panose="020F0502020204030204" pitchFamily="34" charset="0"/>
            </a:endParaRP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11936004" cy="4142989"/>
          </a:xfrm>
        </p:spPr>
        <p:txBody>
          <a:bodyPr/>
          <a:lstStyle/>
          <a:p>
            <a:pPr fontAlgn="t">
              <a:buNone/>
            </a:pPr>
            <a:r>
              <a:rPr lang="en-IN" b="0" dirty="0">
                <a:latin typeface="+mn-lt"/>
              </a:rPr>
              <a:t>The rapid adoption of cloud-native architectures, microservices, and container orchestration platforms has significantly increased the complexity of managing modern applications. These systems generate large volumes of logs, metrics, alerts, and operational events, making incident detection, diagnosis, and resolution increasingly challenging. Traditional incident management approaches rely heavily on manual intervention by Site Reliability Engineering (SRE) and DevOps teams, resulting in increased operational effort, prolonged downtime, and higher Mean Time to Resolution (MTTR).</a:t>
            </a:r>
          </a:p>
          <a:p>
            <a:pPr marL="0" indent="0">
              <a:lnSpc>
                <a:spcPct val="150000"/>
              </a:lnSpc>
              <a:buNone/>
            </a:pP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5501391" y="57036"/>
            <a:ext cx="6690610"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sz="1800" i="1" dirty="0">
              <a:solidFill>
                <a:srgbClr val="FFFFFF"/>
              </a:solidFill>
            </a:endParaRP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7-2046-CA3C-7F46-A6B1024D847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BB887AA-568E-8E2E-47B6-AE59CEA247A0}"/>
              </a:ext>
            </a:extLst>
          </p:cNvPr>
          <p:cNvSpPr>
            <a:spLocks noGrp="1"/>
          </p:cNvSpPr>
          <p:nvPr>
            <p:ph type="body" sz="quarter" idx="13"/>
          </p:nvPr>
        </p:nvSpPr>
        <p:spPr>
          <a:xfrm>
            <a:off x="255996" y="1271219"/>
            <a:ext cx="11436332" cy="4142989"/>
          </a:xfrm>
        </p:spPr>
        <p:txBody>
          <a:bodyPr/>
          <a:lstStyle/>
          <a:p>
            <a:pPr fontAlgn="t">
              <a:buNone/>
            </a:pPr>
            <a:r>
              <a:rPr lang="en-IN" b="0" dirty="0">
                <a:latin typeface="+mn-lt"/>
              </a:rPr>
              <a:t>To address these challenges, this project proposes </a:t>
            </a:r>
            <a:r>
              <a:rPr lang="en-IN" dirty="0">
                <a:latin typeface="+mn-lt"/>
              </a:rPr>
              <a:t>Agentic SRE Copilot</a:t>
            </a:r>
            <a:r>
              <a:rPr lang="en-IN" b="0" dirty="0">
                <a:latin typeface="+mn-lt"/>
              </a:rPr>
              <a:t>, an AI-driven Incident Management and Auto-Remediation platform that automates the incident response lifecycle. The system integrates Multi-Agent Artificial Intelligence, Retrieval-Augmented Generation (RAG), </a:t>
            </a:r>
            <a:r>
              <a:rPr lang="en-IN" b="0" dirty="0" err="1">
                <a:latin typeface="+mn-lt"/>
              </a:rPr>
              <a:t>MiniLM</a:t>
            </a:r>
            <a:r>
              <a:rPr lang="en-IN" b="0" dirty="0">
                <a:latin typeface="+mn-lt"/>
              </a:rPr>
              <a:t> embeddings, </a:t>
            </a:r>
            <a:r>
              <a:rPr lang="en-IN" b="0" dirty="0" err="1">
                <a:latin typeface="+mn-lt"/>
              </a:rPr>
              <a:t>ChromaDB</a:t>
            </a:r>
            <a:r>
              <a:rPr lang="en-IN" b="0" dirty="0">
                <a:latin typeface="+mn-lt"/>
              </a:rPr>
              <a:t> vector search, </a:t>
            </a:r>
            <a:r>
              <a:rPr lang="en-IN" b="0" dirty="0" err="1">
                <a:latin typeface="+mn-lt"/>
              </a:rPr>
              <a:t>Groq</a:t>
            </a:r>
            <a:r>
              <a:rPr lang="en-IN" b="0" dirty="0">
                <a:latin typeface="+mn-lt"/>
              </a:rPr>
              <a:t> Large Language Models (LLMs), and Kubernetes-based recovery mechanisms to perform Incident Triage, Log Analysis, Metrics Analysis, Root Cause Analysis (RCA), Runbook Retrieval, Remediation Planning, and Automated Recovery. By enabling intelligent incident diagnosis and automated remediation, the proposed solution enhances operational efficiency, reduces MTTR, and improves the reliability and resilience of cloud-native applications.</a:t>
            </a:r>
          </a:p>
          <a:p>
            <a:pPr marL="0" indent="0">
              <a:lnSpc>
                <a:spcPct val="150000"/>
              </a:lnSpc>
              <a:buNone/>
            </a:pP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2653A201-589C-AEE4-453C-40F32AF38430}"/>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Introduction….(Continuation)</a:t>
            </a:r>
          </a:p>
        </p:txBody>
      </p:sp>
      <p:cxnSp>
        <p:nvCxnSpPr>
          <p:cNvPr id="5" name="Straight Connector 4">
            <a:extLst>
              <a:ext uri="{FF2B5EF4-FFF2-40B4-BE49-F238E27FC236}">
                <a16:creationId xmlns:a16="http://schemas.microsoft.com/office/drawing/2014/main" id="{FF8122B2-9DE7-EFAC-C984-18049EB8416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2753041-B89C-970E-06E1-4A2C5DB8E815}"/>
              </a:ext>
            </a:extLst>
          </p:cNvPr>
          <p:cNvSpPr txBox="1"/>
          <p:nvPr/>
        </p:nvSpPr>
        <p:spPr>
          <a:xfrm>
            <a:off x="5786203" y="57036"/>
            <a:ext cx="6405797"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1497944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5" y="1271219"/>
            <a:ext cx="11211479" cy="4142989"/>
          </a:xfrm>
        </p:spPr>
        <p:txBody>
          <a:bodyPr/>
          <a:lstStyle/>
          <a:p>
            <a:pPr fontAlgn="t">
              <a:buNone/>
            </a:pPr>
            <a:r>
              <a:rPr lang="en-IN" b="0" dirty="0">
                <a:latin typeface="+mn-lt"/>
              </a:rPr>
              <a:t>The primary objective of Agentic SRE Copilot is to develop an AI-powered Incident Management and Auto-Remediation platform for cloud-native environments. The system leverages Multi-Agent Artificial Intelligence, Retrieval-Augmented Generation (RAG), </a:t>
            </a:r>
            <a:r>
              <a:rPr lang="en-IN" b="0" dirty="0" err="1">
                <a:latin typeface="+mn-lt"/>
              </a:rPr>
              <a:t>MiniLM</a:t>
            </a:r>
            <a:r>
              <a:rPr lang="en-IN" b="0" dirty="0">
                <a:latin typeface="+mn-lt"/>
              </a:rPr>
              <a:t> embeddings, </a:t>
            </a:r>
            <a:r>
              <a:rPr lang="en-IN" b="0" dirty="0" err="1">
                <a:latin typeface="+mn-lt"/>
              </a:rPr>
              <a:t>ChromaDB</a:t>
            </a:r>
            <a:r>
              <a:rPr lang="en-IN" b="0" dirty="0">
                <a:latin typeface="+mn-lt"/>
              </a:rPr>
              <a:t>, </a:t>
            </a:r>
            <a:r>
              <a:rPr lang="en-IN" b="0" dirty="0" err="1">
                <a:latin typeface="+mn-lt"/>
              </a:rPr>
              <a:t>Groq</a:t>
            </a:r>
            <a:r>
              <a:rPr lang="en-IN" b="0" dirty="0">
                <a:latin typeface="+mn-lt"/>
              </a:rPr>
              <a:t>-powered Large Language Models (LLMs), and Kubernetes to automate incident triage, log analysis, metrics analysis, root cause analysis, runbook retrieval, remediation planning, and recovery operations. By minimizing manual intervention and enabling intelligent, self-healing capabilities, the platform aims to reduce Mean Time to Resolution (MTTR), improve service reliability and availability, enhance operational efficiency, and ensure the continuous operation of modern cloud-native applications.</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5876143" y="57036"/>
            <a:ext cx="6315857"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5816185" y="57036"/>
            <a:ext cx="6375816"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graphicFrame>
        <p:nvGraphicFramePr>
          <p:cNvPr id="8" name="Table 7">
            <a:extLst>
              <a:ext uri="{FF2B5EF4-FFF2-40B4-BE49-F238E27FC236}">
                <a16:creationId xmlns:a16="http://schemas.microsoft.com/office/drawing/2014/main" id="{4102C260-3D77-6ECE-1886-C3B828CBDAC0}"/>
              </a:ext>
            </a:extLst>
          </p:cNvPr>
          <p:cNvGraphicFramePr>
            <a:graphicFrameLocks noGrp="1"/>
          </p:cNvGraphicFramePr>
          <p:nvPr>
            <p:extLst>
              <p:ext uri="{D42A27DB-BD31-4B8C-83A1-F6EECF244321}">
                <p14:modId xmlns:p14="http://schemas.microsoft.com/office/powerpoint/2010/main" val="2112665330"/>
              </p:ext>
            </p:extLst>
          </p:nvPr>
        </p:nvGraphicFramePr>
        <p:xfrm>
          <a:off x="1019331" y="1234637"/>
          <a:ext cx="10957810" cy="5210692"/>
        </p:xfrm>
        <a:graphic>
          <a:graphicData uri="http://schemas.openxmlformats.org/drawingml/2006/table">
            <a:tbl>
              <a:tblPr>
                <a:tableStyleId>{2D5ABB26-0587-4C30-8999-92F81FD0307C}</a:tableStyleId>
              </a:tblPr>
              <a:tblGrid>
                <a:gridCol w="5478905">
                  <a:extLst>
                    <a:ext uri="{9D8B030D-6E8A-4147-A177-3AD203B41FA5}">
                      <a16:colId xmlns:a16="http://schemas.microsoft.com/office/drawing/2014/main" val="2056645678"/>
                    </a:ext>
                  </a:extLst>
                </a:gridCol>
                <a:gridCol w="5478905">
                  <a:extLst>
                    <a:ext uri="{9D8B030D-6E8A-4147-A177-3AD203B41FA5}">
                      <a16:colId xmlns:a16="http://schemas.microsoft.com/office/drawing/2014/main" val="2181798203"/>
                    </a:ext>
                  </a:extLst>
                </a:gridCol>
              </a:tblGrid>
              <a:tr h="268126">
                <a:tc>
                  <a:txBody>
                    <a:bodyPr/>
                    <a:lstStyle/>
                    <a:p>
                      <a:pPr>
                        <a:buNone/>
                      </a:pPr>
                      <a:r>
                        <a:rPr lang="en-IN" sz="1300" dirty="0"/>
                        <a:t>Module Name</a:t>
                      </a:r>
                    </a:p>
                  </a:txBody>
                  <a:tcPr marL="56403" marR="56403" marT="28201" marB="28201" anchor="ctr"/>
                </a:tc>
                <a:tc>
                  <a:txBody>
                    <a:bodyPr/>
                    <a:lstStyle/>
                    <a:p>
                      <a:pPr>
                        <a:buNone/>
                      </a:pPr>
                      <a:r>
                        <a:rPr lang="en-IN" sz="1300" dirty="0"/>
                        <a:t>Description</a:t>
                      </a:r>
                    </a:p>
                  </a:txBody>
                  <a:tcPr marL="56403" marR="56403" marT="28201" marB="28201" anchor="ctr"/>
                </a:tc>
                <a:extLst>
                  <a:ext uri="{0D108BD9-81ED-4DB2-BD59-A6C34878D82A}">
                    <a16:rowId xmlns:a16="http://schemas.microsoft.com/office/drawing/2014/main" val="3276607843"/>
                  </a:ext>
                </a:extLst>
              </a:tr>
              <a:tr h="476836">
                <a:tc>
                  <a:txBody>
                    <a:bodyPr/>
                    <a:lstStyle/>
                    <a:p>
                      <a:pPr>
                        <a:buNone/>
                      </a:pPr>
                      <a:r>
                        <a:rPr lang="en-IN" sz="1300" dirty="0"/>
                        <a:t>Incident Ingestion Module</a:t>
                      </a:r>
                    </a:p>
                  </a:txBody>
                  <a:tcPr marL="56403" marR="56403" marT="28201" marB="28201" anchor="ctr"/>
                </a:tc>
                <a:tc>
                  <a:txBody>
                    <a:bodyPr/>
                    <a:lstStyle/>
                    <a:p>
                      <a:pPr>
                        <a:buNone/>
                      </a:pPr>
                      <a:r>
                        <a:rPr lang="en-IN" sz="1300" dirty="0"/>
                        <a:t>Collects incident data, logs, metrics, and alerts from the user or monitoring systems.</a:t>
                      </a:r>
                    </a:p>
                  </a:txBody>
                  <a:tcPr marL="56403" marR="56403" marT="28201" marB="28201" anchor="ctr"/>
                </a:tc>
                <a:extLst>
                  <a:ext uri="{0D108BD9-81ED-4DB2-BD59-A6C34878D82A}">
                    <a16:rowId xmlns:a16="http://schemas.microsoft.com/office/drawing/2014/main" val="2631506082"/>
                  </a:ext>
                </a:extLst>
              </a:tr>
              <a:tr h="305750">
                <a:tc>
                  <a:txBody>
                    <a:bodyPr/>
                    <a:lstStyle/>
                    <a:p>
                      <a:pPr>
                        <a:buNone/>
                      </a:pPr>
                      <a:r>
                        <a:rPr lang="en-IN" sz="1300" dirty="0"/>
                        <a:t>Incident Triage Module</a:t>
                      </a:r>
                    </a:p>
                  </a:txBody>
                  <a:tcPr marL="56403" marR="56403" marT="28201" marB="28201" anchor="ctr"/>
                </a:tc>
                <a:tc>
                  <a:txBody>
                    <a:bodyPr/>
                    <a:lstStyle/>
                    <a:p>
                      <a:pPr>
                        <a:buNone/>
                      </a:pPr>
                      <a:r>
                        <a:rPr lang="en-IN" sz="1300" dirty="0"/>
                        <a:t>Classifies incidents based on severity, priority, and business impact.</a:t>
                      </a:r>
                    </a:p>
                  </a:txBody>
                  <a:tcPr marL="56403" marR="56403" marT="28201" marB="28201" anchor="ctr"/>
                </a:tc>
                <a:extLst>
                  <a:ext uri="{0D108BD9-81ED-4DB2-BD59-A6C34878D82A}">
                    <a16:rowId xmlns:a16="http://schemas.microsoft.com/office/drawing/2014/main" val="1870473067"/>
                  </a:ext>
                </a:extLst>
              </a:tr>
              <a:tr h="305750">
                <a:tc>
                  <a:txBody>
                    <a:bodyPr/>
                    <a:lstStyle/>
                    <a:p>
                      <a:pPr>
                        <a:buNone/>
                      </a:pPr>
                      <a:r>
                        <a:rPr lang="en-IN" sz="1300" dirty="0"/>
                        <a:t>Log Analysis Module</a:t>
                      </a:r>
                    </a:p>
                  </a:txBody>
                  <a:tcPr marL="56403" marR="56403" marT="28201" marB="28201" anchor="ctr"/>
                </a:tc>
                <a:tc>
                  <a:txBody>
                    <a:bodyPr/>
                    <a:lstStyle/>
                    <a:p>
                      <a:pPr>
                        <a:buNone/>
                      </a:pPr>
                      <a:r>
                        <a:rPr lang="en-IN" sz="1300" dirty="0" err="1"/>
                        <a:t>Analyzes</a:t>
                      </a:r>
                      <a:r>
                        <a:rPr lang="en-IN" sz="1300" dirty="0"/>
                        <a:t> application and system logs to identify errors and anomalies.</a:t>
                      </a:r>
                    </a:p>
                  </a:txBody>
                  <a:tcPr marL="56403" marR="56403" marT="28201" marB="28201" anchor="ctr"/>
                </a:tc>
                <a:extLst>
                  <a:ext uri="{0D108BD9-81ED-4DB2-BD59-A6C34878D82A}">
                    <a16:rowId xmlns:a16="http://schemas.microsoft.com/office/drawing/2014/main" val="4209244739"/>
                  </a:ext>
                </a:extLst>
              </a:tr>
              <a:tr h="476836">
                <a:tc>
                  <a:txBody>
                    <a:bodyPr/>
                    <a:lstStyle/>
                    <a:p>
                      <a:pPr>
                        <a:buNone/>
                      </a:pPr>
                      <a:r>
                        <a:rPr lang="en-IN" sz="1300" dirty="0"/>
                        <a:t>Metrics Analysis Module</a:t>
                      </a:r>
                    </a:p>
                  </a:txBody>
                  <a:tcPr marL="56403" marR="56403" marT="28201" marB="28201" anchor="ctr"/>
                </a:tc>
                <a:tc>
                  <a:txBody>
                    <a:bodyPr/>
                    <a:lstStyle/>
                    <a:p>
                      <a:pPr>
                        <a:buNone/>
                      </a:pPr>
                      <a:r>
                        <a:rPr lang="en-IN" sz="1300" dirty="0"/>
                        <a:t>Evaluates performance metrics such as latency, CPU usage, memory utilization, and response times.</a:t>
                      </a:r>
                    </a:p>
                  </a:txBody>
                  <a:tcPr marL="56403" marR="56403" marT="28201" marB="28201" anchor="ctr"/>
                </a:tc>
                <a:extLst>
                  <a:ext uri="{0D108BD9-81ED-4DB2-BD59-A6C34878D82A}">
                    <a16:rowId xmlns:a16="http://schemas.microsoft.com/office/drawing/2014/main" val="2243396400"/>
                  </a:ext>
                </a:extLst>
              </a:tr>
              <a:tr h="448087">
                <a:tc>
                  <a:txBody>
                    <a:bodyPr/>
                    <a:lstStyle/>
                    <a:p>
                      <a:pPr>
                        <a:buNone/>
                      </a:pPr>
                      <a:r>
                        <a:rPr lang="en-IN" sz="1300" dirty="0"/>
                        <a:t>Root Cause Analysis (RCA) Module</a:t>
                      </a:r>
                    </a:p>
                  </a:txBody>
                  <a:tcPr marL="56403" marR="56403" marT="28201" marB="28201" anchor="ctr"/>
                </a:tc>
                <a:tc>
                  <a:txBody>
                    <a:bodyPr/>
                    <a:lstStyle/>
                    <a:p>
                      <a:pPr>
                        <a:buNone/>
                      </a:pPr>
                      <a:r>
                        <a:rPr lang="en-IN" sz="1300" dirty="0"/>
                        <a:t>Identifies the underlying cause of incidents by correlating logs and metrics.</a:t>
                      </a:r>
                    </a:p>
                  </a:txBody>
                  <a:tcPr marL="56403" marR="56403" marT="28201" marB="28201" anchor="ctr"/>
                </a:tc>
                <a:extLst>
                  <a:ext uri="{0D108BD9-81ED-4DB2-BD59-A6C34878D82A}">
                    <a16:rowId xmlns:a16="http://schemas.microsoft.com/office/drawing/2014/main" val="2016610851"/>
                  </a:ext>
                </a:extLst>
              </a:tr>
              <a:tr h="476836">
                <a:tc>
                  <a:txBody>
                    <a:bodyPr/>
                    <a:lstStyle/>
                    <a:p>
                      <a:pPr>
                        <a:buNone/>
                      </a:pPr>
                      <a:r>
                        <a:rPr lang="en-IN" sz="1300" dirty="0" err="1"/>
                        <a:t>MiniLM</a:t>
                      </a:r>
                      <a:r>
                        <a:rPr lang="en-IN" sz="1300" dirty="0"/>
                        <a:t> Embedding Module</a:t>
                      </a:r>
                    </a:p>
                  </a:txBody>
                  <a:tcPr marL="56403" marR="56403" marT="28201" marB="28201" anchor="ctr"/>
                </a:tc>
                <a:tc>
                  <a:txBody>
                    <a:bodyPr/>
                    <a:lstStyle/>
                    <a:p>
                      <a:pPr>
                        <a:buNone/>
                      </a:pPr>
                      <a:r>
                        <a:rPr lang="en-IN" sz="1300" dirty="0"/>
                        <a:t>Converts incident descriptions and runbooks into semantic vector embeddings.</a:t>
                      </a:r>
                    </a:p>
                  </a:txBody>
                  <a:tcPr marL="56403" marR="56403" marT="28201" marB="28201" anchor="ctr"/>
                </a:tc>
                <a:extLst>
                  <a:ext uri="{0D108BD9-81ED-4DB2-BD59-A6C34878D82A}">
                    <a16:rowId xmlns:a16="http://schemas.microsoft.com/office/drawing/2014/main" val="1714523486"/>
                  </a:ext>
                </a:extLst>
              </a:tr>
              <a:tr h="305750">
                <a:tc>
                  <a:txBody>
                    <a:bodyPr/>
                    <a:lstStyle/>
                    <a:p>
                      <a:pPr>
                        <a:buNone/>
                      </a:pPr>
                      <a:r>
                        <a:rPr lang="en-IN" sz="1300" dirty="0" err="1"/>
                        <a:t>ChromaDB</a:t>
                      </a:r>
                      <a:r>
                        <a:rPr lang="en-IN" sz="1300" dirty="0"/>
                        <a:t> Vector Storage Module</a:t>
                      </a:r>
                    </a:p>
                  </a:txBody>
                  <a:tcPr marL="56403" marR="56403" marT="28201" marB="28201" anchor="ctr"/>
                </a:tc>
                <a:tc>
                  <a:txBody>
                    <a:bodyPr/>
                    <a:lstStyle/>
                    <a:p>
                      <a:pPr>
                        <a:buNone/>
                      </a:pPr>
                      <a:r>
                        <a:rPr lang="en-IN" sz="1300" dirty="0"/>
                        <a:t>Stores and retrieves vector embeddings for similarity-based searches.</a:t>
                      </a:r>
                    </a:p>
                  </a:txBody>
                  <a:tcPr marL="56403" marR="56403" marT="28201" marB="28201" anchor="ctr"/>
                </a:tc>
                <a:extLst>
                  <a:ext uri="{0D108BD9-81ED-4DB2-BD59-A6C34878D82A}">
                    <a16:rowId xmlns:a16="http://schemas.microsoft.com/office/drawing/2014/main" val="399218456"/>
                  </a:ext>
                </a:extLst>
              </a:tr>
              <a:tr h="476836">
                <a:tc>
                  <a:txBody>
                    <a:bodyPr/>
                    <a:lstStyle/>
                    <a:p>
                      <a:pPr>
                        <a:buNone/>
                      </a:pPr>
                      <a:r>
                        <a:rPr lang="en-IN" sz="1300" dirty="0"/>
                        <a:t>RAG Runbook Retrieval Module</a:t>
                      </a:r>
                    </a:p>
                  </a:txBody>
                  <a:tcPr marL="56403" marR="56403" marT="28201" marB="28201" anchor="ctr"/>
                </a:tc>
                <a:tc>
                  <a:txBody>
                    <a:bodyPr/>
                    <a:lstStyle/>
                    <a:p>
                      <a:pPr>
                        <a:buNone/>
                      </a:pPr>
                      <a:r>
                        <a:rPr lang="en-IN" sz="1300" dirty="0"/>
                        <a:t>Retrieves relevant troubleshooting guides and operational runbooks based on the identified issue.</a:t>
                      </a:r>
                    </a:p>
                  </a:txBody>
                  <a:tcPr marL="56403" marR="56403" marT="28201" marB="28201" anchor="ctr"/>
                </a:tc>
                <a:extLst>
                  <a:ext uri="{0D108BD9-81ED-4DB2-BD59-A6C34878D82A}">
                    <a16:rowId xmlns:a16="http://schemas.microsoft.com/office/drawing/2014/main" val="2858093718"/>
                  </a:ext>
                </a:extLst>
              </a:tr>
              <a:tr h="476836">
                <a:tc>
                  <a:txBody>
                    <a:bodyPr/>
                    <a:lstStyle/>
                    <a:p>
                      <a:pPr>
                        <a:buNone/>
                      </a:pPr>
                      <a:r>
                        <a:rPr lang="en-IN" sz="1300" dirty="0"/>
                        <a:t>LLM Intelligence Module</a:t>
                      </a:r>
                    </a:p>
                  </a:txBody>
                  <a:tcPr marL="56403" marR="56403" marT="28201" marB="28201" anchor="ctr"/>
                </a:tc>
                <a:tc>
                  <a:txBody>
                    <a:bodyPr/>
                    <a:lstStyle/>
                    <a:p>
                      <a:pPr>
                        <a:buNone/>
                      </a:pPr>
                      <a:r>
                        <a:rPr lang="en-IN" sz="1300" dirty="0"/>
                        <a:t>Uses </a:t>
                      </a:r>
                      <a:r>
                        <a:rPr lang="en-IN" sz="1300" dirty="0" err="1"/>
                        <a:t>Groq</a:t>
                      </a:r>
                      <a:r>
                        <a:rPr lang="en-IN" sz="1300" dirty="0"/>
                        <a:t>-powered Large Language Models for reasoning and remediation recommendations.</a:t>
                      </a:r>
                    </a:p>
                  </a:txBody>
                  <a:tcPr marL="56403" marR="56403" marT="28201" marB="28201" anchor="ctr"/>
                </a:tc>
                <a:extLst>
                  <a:ext uri="{0D108BD9-81ED-4DB2-BD59-A6C34878D82A}">
                    <a16:rowId xmlns:a16="http://schemas.microsoft.com/office/drawing/2014/main" val="550895788"/>
                  </a:ext>
                </a:extLst>
              </a:tr>
              <a:tr h="268126">
                <a:tc>
                  <a:txBody>
                    <a:bodyPr/>
                    <a:lstStyle/>
                    <a:p>
                      <a:pPr>
                        <a:buNone/>
                      </a:pPr>
                      <a:r>
                        <a:rPr lang="en-IN" sz="1300" dirty="0"/>
                        <a:t>Remediation Planning Module</a:t>
                      </a:r>
                    </a:p>
                  </a:txBody>
                  <a:tcPr marL="56403" marR="56403" marT="28201" marB="28201" anchor="ctr"/>
                </a:tc>
                <a:tc>
                  <a:txBody>
                    <a:bodyPr/>
                    <a:lstStyle/>
                    <a:p>
                      <a:pPr>
                        <a:buNone/>
                      </a:pPr>
                      <a:r>
                        <a:rPr lang="en-IN" sz="1300" dirty="0"/>
                        <a:t>Generates recovery actions and corrective procedures.</a:t>
                      </a:r>
                    </a:p>
                  </a:txBody>
                  <a:tcPr marL="56403" marR="56403" marT="28201" marB="28201" anchor="ctr"/>
                </a:tc>
                <a:extLst>
                  <a:ext uri="{0D108BD9-81ED-4DB2-BD59-A6C34878D82A}">
                    <a16:rowId xmlns:a16="http://schemas.microsoft.com/office/drawing/2014/main" val="2281737509"/>
                  </a:ext>
                </a:extLst>
              </a:tr>
              <a:tr h="476836">
                <a:tc>
                  <a:txBody>
                    <a:bodyPr/>
                    <a:lstStyle/>
                    <a:p>
                      <a:pPr>
                        <a:buNone/>
                      </a:pPr>
                      <a:r>
                        <a:rPr lang="en-IN" sz="1300" dirty="0"/>
                        <a:t>Kubernetes Auto-Remediation Module</a:t>
                      </a:r>
                    </a:p>
                  </a:txBody>
                  <a:tcPr marL="56403" marR="56403" marT="28201" marB="28201" anchor="ctr"/>
                </a:tc>
                <a:tc>
                  <a:txBody>
                    <a:bodyPr/>
                    <a:lstStyle/>
                    <a:p>
                      <a:pPr>
                        <a:buNone/>
                      </a:pPr>
                      <a:r>
                        <a:rPr lang="en-IN" sz="1300" dirty="0"/>
                        <a:t>Executes automated recovery actions such as pod restart, deployment restart, and scaling.</a:t>
                      </a:r>
                    </a:p>
                  </a:txBody>
                  <a:tcPr marL="56403" marR="56403" marT="28201" marB="28201" anchor="ctr"/>
                </a:tc>
                <a:extLst>
                  <a:ext uri="{0D108BD9-81ED-4DB2-BD59-A6C34878D82A}">
                    <a16:rowId xmlns:a16="http://schemas.microsoft.com/office/drawing/2014/main" val="3926697455"/>
                  </a:ext>
                </a:extLst>
              </a:tr>
              <a:tr h="448087">
                <a:tc>
                  <a:txBody>
                    <a:bodyPr/>
                    <a:lstStyle/>
                    <a:p>
                      <a:pPr>
                        <a:buNone/>
                      </a:pPr>
                      <a:r>
                        <a:rPr lang="en-IN" sz="1300" dirty="0"/>
                        <a:t>Workflow Orchestration Module</a:t>
                      </a:r>
                    </a:p>
                  </a:txBody>
                  <a:tcPr marL="56403" marR="56403" marT="28201" marB="28201" anchor="ctr"/>
                </a:tc>
                <a:tc>
                  <a:txBody>
                    <a:bodyPr/>
                    <a:lstStyle/>
                    <a:p>
                      <a:pPr>
                        <a:buNone/>
                      </a:pPr>
                      <a:r>
                        <a:rPr lang="en-IN" sz="1300" dirty="0"/>
                        <a:t>Coordinates communication and workflow execution between all modules.</a:t>
                      </a:r>
                    </a:p>
                  </a:txBody>
                  <a:tcPr marL="56403" marR="56403" marT="28201" marB="28201" anchor="ctr"/>
                </a:tc>
                <a:extLst>
                  <a:ext uri="{0D108BD9-81ED-4DB2-BD59-A6C34878D82A}">
                    <a16:rowId xmlns:a16="http://schemas.microsoft.com/office/drawing/2014/main" val="664517357"/>
                  </a:ext>
                </a:extLst>
              </a:tr>
            </a:tbl>
          </a:graphicData>
        </a:graphic>
      </p:graphicFrame>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271219"/>
            <a:ext cx="10624338" cy="4142989"/>
          </a:xfrm>
        </p:spPr>
        <p:txBody>
          <a:bodyPr/>
          <a:lstStyle/>
          <a:p>
            <a:pPr fontAlgn="t">
              <a:buNone/>
            </a:pPr>
            <a:r>
              <a:rPr lang="en-IN" b="0" dirty="0">
                <a:latin typeface="+mn-lt"/>
              </a:rPr>
              <a:t>The increasing adoption of cloud-native architectures, microservices, and containerized applications has significantly improved the scalability and flexibility of modern software systems. However, these environments generate large volumes of logs, metrics, alerts, and operational events, making incident detection, diagnosis, and resolution increasingly complex. Traditional incident management processes rely heavily on manual monitoring, log analysis, root cause identification, runbook retrieval, and remediation execution, resulting in delayed response times, prolonged service outages, increased operational overhead, and higher Mean Time to Resolution (MTTR).</a:t>
            </a: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 </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5936105" y="57036"/>
            <a:ext cx="6255895"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ABC3F-CF1A-8B2E-F5EF-989385D9197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A369F71-5C62-739B-3730-B88A3E953085}"/>
              </a:ext>
            </a:extLst>
          </p:cNvPr>
          <p:cNvSpPr>
            <a:spLocks noGrp="1"/>
          </p:cNvSpPr>
          <p:nvPr>
            <p:ph type="body" sz="quarter" idx="13"/>
          </p:nvPr>
        </p:nvSpPr>
        <p:spPr>
          <a:xfrm>
            <a:off x="662647" y="1234637"/>
            <a:ext cx="10866706" cy="4142989"/>
          </a:xfrm>
        </p:spPr>
        <p:txBody>
          <a:bodyPr/>
          <a:lstStyle/>
          <a:p>
            <a:pPr fontAlgn="t">
              <a:buNone/>
            </a:pPr>
            <a:r>
              <a:rPr lang="en-IN" b="0" dirty="0">
                <a:latin typeface="+mn-lt"/>
              </a:rPr>
              <a:t>Existing solutions often focus on isolated aspects such as root cause analysis, knowledge retrieval, or infrastructure recovery, without providing a unified and intelligent approach to incident management. Consequently, organizations face challenges in correlating incident data, retrieving relevant troubleshooting information, and executing timely recovery actions. Therefore, there is a need for an AI-driven platform capable of automating the entire incident management lifecycle. The proposed </a:t>
            </a:r>
            <a:r>
              <a:rPr lang="en-IN" dirty="0">
                <a:latin typeface="+mn-lt"/>
              </a:rPr>
              <a:t>Agentic SRE Copilot</a:t>
            </a:r>
            <a:r>
              <a:rPr lang="en-IN" b="0" dirty="0">
                <a:latin typeface="+mn-lt"/>
              </a:rPr>
              <a:t> addresses this challenge by integrating Multi-Agent AI, Retrieval-Augmented Generation (RAG), </a:t>
            </a:r>
            <a:r>
              <a:rPr lang="en-IN" b="0" dirty="0" err="1">
                <a:latin typeface="+mn-lt"/>
              </a:rPr>
              <a:t>MiniLM</a:t>
            </a:r>
            <a:r>
              <a:rPr lang="en-IN" b="0" dirty="0">
                <a:latin typeface="+mn-lt"/>
              </a:rPr>
              <a:t> embeddings, </a:t>
            </a:r>
            <a:r>
              <a:rPr lang="en-IN" b="0" dirty="0" err="1">
                <a:latin typeface="+mn-lt"/>
              </a:rPr>
              <a:t>ChromaDB</a:t>
            </a:r>
            <a:r>
              <a:rPr lang="en-IN" b="0" dirty="0">
                <a:latin typeface="+mn-lt"/>
              </a:rPr>
              <a:t>, </a:t>
            </a:r>
            <a:r>
              <a:rPr lang="en-IN" b="0" dirty="0" err="1">
                <a:latin typeface="+mn-lt"/>
              </a:rPr>
              <a:t>Groq</a:t>
            </a:r>
            <a:r>
              <a:rPr lang="en-IN" b="0" dirty="0">
                <a:latin typeface="+mn-lt"/>
              </a:rPr>
              <a:t>-powered Large Language Models (LLMs), and Kubernetes-based auto-remediation to enable intelligent incident diagnosis, runbook retrieval, remediation planning, and automated recovery while improving system reliability and reducing MTTR.</a:t>
            </a:r>
          </a:p>
        </p:txBody>
      </p:sp>
      <p:sp>
        <p:nvSpPr>
          <p:cNvPr id="3" name="TextBox 2">
            <a:extLst>
              <a:ext uri="{FF2B5EF4-FFF2-40B4-BE49-F238E27FC236}">
                <a16:creationId xmlns:a16="http://schemas.microsoft.com/office/drawing/2014/main" id="{DC3A2264-4BBD-51CB-F87C-EE9CACFC8463}"/>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 </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….(Continuation)</a:t>
            </a:r>
          </a:p>
        </p:txBody>
      </p:sp>
      <p:cxnSp>
        <p:nvCxnSpPr>
          <p:cNvPr id="5" name="Straight Connector 4">
            <a:extLst>
              <a:ext uri="{FF2B5EF4-FFF2-40B4-BE49-F238E27FC236}">
                <a16:creationId xmlns:a16="http://schemas.microsoft.com/office/drawing/2014/main" id="{945397DA-4FBB-D46D-D118-0C555444704D}"/>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BAA010A-BD08-00EA-494C-194AD6B73019}"/>
              </a:ext>
            </a:extLst>
          </p:cNvPr>
          <p:cNvSpPr txBox="1"/>
          <p:nvPr/>
        </p:nvSpPr>
        <p:spPr>
          <a:xfrm>
            <a:off x="5846165" y="57036"/>
            <a:ext cx="6345836"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sz="1800" i="1" dirty="0">
              <a:solidFill>
                <a:srgbClr val="FFFFFF"/>
              </a:solidFill>
            </a:endParaRPr>
          </a:p>
        </p:txBody>
      </p:sp>
    </p:spTree>
    <p:extLst>
      <p:ext uri="{BB962C8B-B14F-4D97-AF65-F5344CB8AC3E}">
        <p14:creationId xmlns:p14="http://schemas.microsoft.com/office/powerpoint/2010/main" val="197623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BE5C-251C-23E3-8F19-EE2DB3009E5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2C3DBE-E507-D889-A890-2C56D2A659BE}"/>
              </a:ext>
            </a:extLst>
          </p:cNvPr>
          <p:cNvSpPr>
            <a:spLocks noGrp="1"/>
          </p:cNvSpPr>
          <p:nvPr>
            <p:ph type="body" sz="quarter" idx="13"/>
          </p:nvPr>
        </p:nvSpPr>
        <p:spPr>
          <a:xfrm>
            <a:off x="255996" y="1271219"/>
            <a:ext cx="10624338" cy="4142989"/>
          </a:xfrm>
        </p:spPr>
        <p:txBody>
          <a:bodyPr/>
          <a:lstStyle/>
          <a:p>
            <a:pPr fontAlgn="t">
              <a:buNone/>
            </a:pPr>
            <a:r>
              <a:rPr lang="en-IN" b="0" dirty="0">
                <a:latin typeface="+mn-lt"/>
              </a:rPr>
              <a:t>The </a:t>
            </a:r>
            <a:r>
              <a:rPr lang="en-IN" dirty="0">
                <a:latin typeface="+mn-lt"/>
              </a:rPr>
              <a:t>Agentic SRE Copilot</a:t>
            </a:r>
            <a:r>
              <a:rPr lang="en-IN" b="0" dirty="0">
                <a:latin typeface="+mn-lt"/>
              </a:rPr>
              <a:t> employs a </a:t>
            </a:r>
            <a:r>
              <a:rPr lang="en-IN" dirty="0">
                <a:latin typeface="+mn-lt"/>
              </a:rPr>
              <a:t>Multi-Agent Artificial Intelligence (AI)</a:t>
            </a:r>
            <a:r>
              <a:rPr lang="en-IN" b="0" dirty="0">
                <a:latin typeface="+mn-lt"/>
              </a:rPr>
              <a:t> approach to automate incident management in cloud-native environments. The process begins with the submission of incident details, logs, and performance metrics through the </a:t>
            </a:r>
            <a:r>
              <a:rPr lang="en-IN" b="0" dirty="0" err="1">
                <a:latin typeface="+mn-lt"/>
              </a:rPr>
              <a:t>FastAPI</a:t>
            </a:r>
            <a:r>
              <a:rPr lang="en-IN" b="0" dirty="0">
                <a:latin typeface="+mn-lt"/>
              </a:rPr>
              <a:t> interface. The </a:t>
            </a:r>
            <a:r>
              <a:rPr lang="en-IN" dirty="0">
                <a:latin typeface="+mn-lt"/>
              </a:rPr>
              <a:t>Incident Triage Module</a:t>
            </a:r>
            <a:r>
              <a:rPr lang="en-IN" b="0" dirty="0">
                <a:latin typeface="+mn-lt"/>
              </a:rPr>
              <a:t> assesses the severity and priority of the incident, while the </a:t>
            </a:r>
            <a:r>
              <a:rPr lang="en-IN" dirty="0">
                <a:latin typeface="+mn-lt"/>
              </a:rPr>
              <a:t>Log Analysis</a:t>
            </a:r>
            <a:r>
              <a:rPr lang="en-IN" b="0" dirty="0">
                <a:latin typeface="+mn-lt"/>
              </a:rPr>
              <a:t> and </a:t>
            </a:r>
            <a:r>
              <a:rPr lang="en-IN" dirty="0">
                <a:latin typeface="+mn-lt"/>
              </a:rPr>
              <a:t>Metrics Analysis Modules</a:t>
            </a:r>
            <a:r>
              <a:rPr lang="en-IN" b="0" dirty="0">
                <a:latin typeface="+mn-lt"/>
              </a:rPr>
              <a:t> identify anomalies, failures, and performance degradation within the system. The collected information is then </a:t>
            </a:r>
            <a:r>
              <a:rPr lang="en-IN" b="0" dirty="0" err="1">
                <a:latin typeface="+mn-lt"/>
              </a:rPr>
              <a:t>analyzed</a:t>
            </a:r>
            <a:r>
              <a:rPr lang="en-IN" b="0" dirty="0">
                <a:latin typeface="+mn-lt"/>
              </a:rPr>
              <a:t> by the </a:t>
            </a:r>
            <a:r>
              <a:rPr lang="en-IN" dirty="0">
                <a:latin typeface="+mn-lt"/>
              </a:rPr>
              <a:t>Root Cause Analysis (RCA) Module</a:t>
            </a:r>
            <a:r>
              <a:rPr lang="en-IN" b="0" dirty="0">
                <a:latin typeface="+mn-lt"/>
              </a:rPr>
              <a:t>, which correlates the findings to determine the most probable cause of the incident and provide a foundation for intelligent troubleshooting.</a:t>
            </a:r>
          </a:p>
        </p:txBody>
      </p:sp>
      <p:sp>
        <p:nvSpPr>
          <p:cNvPr id="3" name="TextBox 2">
            <a:extLst>
              <a:ext uri="{FF2B5EF4-FFF2-40B4-BE49-F238E27FC236}">
                <a16:creationId xmlns:a16="http://schemas.microsoft.com/office/drawing/2014/main" id="{64ABB59C-76FD-5246-4EEE-72212BF64AE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04BC82A4-B382-2A00-3070-17B2B47F169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E73589-106E-E0B7-D90D-C7E75D0CB2B6}"/>
              </a:ext>
            </a:extLst>
          </p:cNvPr>
          <p:cNvSpPr txBox="1"/>
          <p:nvPr/>
        </p:nvSpPr>
        <p:spPr>
          <a:xfrm>
            <a:off x="5906125" y="57036"/>
            <a:ext cx="6285875"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sz="1800" b="1" i="1" dirty="0">
              <a:solidFill>
                <a:srgbClr val="FFFFFF"/>
              </a:solidFill>
            </a:endParaRPr>
          </a:p>
        </p:txBody>
      </p:sp>
    </p:spTree>
    <p:extLst>
      <p:ext uri="{BB962C8B-B14F-4D97-AF65-F5344CB8AC3E}">
        <p14:creationId xmlns:p14="http://schemas.microsoft.com/office/powerpoint/2010/main" val="2015818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F70A6-B60A-822D-6F56-830E22BDE4A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E4A43A6-298A-5D7D-0105-5E29C8A08D4C}"/>
              </a:ext>
            </a:extLst>
          </p:cNvPr>
          <p:cNvSpPr>
            <a:spLocks noGrp="1"/>
          </p:cNvSpPr>
          <p:nvPr>
            <p:ph type="body" sz="quarter" idx="13"/>
          </p:nvPr>
        </p:nvSpPr>
        <p:spPr>
          <a:xfrm>
            <a:off x="255996" y="1271219"/>
            <a:ext cx="10624338" cy="4142989"/>
          </a:xfrm>
        </p:spPr>
        <p:txBody>
          <a:bodyPr/>
          <a:lstStyle/>
          <a:p>
            <a:pPr fontAlgn="t">
              <a:buNone/>
            </a:pPr>
            <a:r>
              <a:rPr lang="en-IN" b="0" dirty="0">
                <a:latin typeface="+mn-lt"/>
              </a:rPr>
              <a:t>Once the root cause is identified, the </a:t>
            </a:r>
            <a:r>
              <a:rPr lang="en-IN" dirty="0" err="1">
                <a:latin typeface="+mn-lt"/>
              </a:rPr>
              <a:t>MiniLM</a:t>
            </a:r>
            <a:r>
              <a:rPr lang="en-IN" dirty="0">
                <a:latin typeface="+mn-lt"/>
              </a:rPr>
              <a:t> Embedding Model</a:t>
            </a:r>
            <a:r>
              <a:rPr lang="en-IN" b="0" dirty="0">
                <a:latin typeface="+mn-lt"/>
              </a:rPr>
              <a:t> converts incident information into semantic vector representations. These vectors are compared against runbooks stored in </a:t>
            </a:r>
            <a:r>
              <a:rPr lang="en-IN" dirty="0" err="1">
                <a:latin typeface="+mn-lt"/>
              </a:rPr>
              <a:t>ChromaDB</a:t>
            </a:r>
            <a:r>
              <a:rPr lang="en-IN" b="0" dirty="0">
                <a:latin typeface="+mn-lt"/>
              </a:rPr>
              <a:t> through the </a:t>
            </a:r>
            <a:r>
              <a:rPr lang="en-IN" dirty="0">
                <a:latin typeface="+mn-lt"/>
              </a:rPr>
              <a:t>Retrieval-Augmented Generation (RAG)</a:t>
            </a:r>
            <a:r>
              <a:rPr lang="en-IN" b="0" dirty="0">
                <a:latin typeface="+mn-lt"/>
              </a:rPr>
              <a:t> framework to retrieve relevant troubleshooting knowledge. The retrieved context is then supplied to the </a:t>
            </a:r>
            <a:r>
              <a:rPr lang="en-IN" dirty="0" err="1">
                <a:latin typeface="+mn-lt"/>
              </a:rPr>
              <a:t>Groq</a:t>
            </a:r>
            <a:r>
              <a:rPr lang="en-IN" dirty="0">
                <a:latin typeface="+mn-lt"/>
              </a:rPr>
              <a:t>-powered Large Language Model (LLM)</a:t>
            </a:r>
            <a:r>
              <a:rPr lang="en-IN" b="0" dirty="0">
                <a:latin typeface="+mn-lt"/>
              </a:rPr>
              <a:t>, which generates remediation recommendations and recovery actions. Finally, the </a:t>
            </a:r>
            <a:r>
              <a:rPr lang="en-IN" dirty="0">
                <a:latin typeface="+mn-lt"/>
              </a:rPr>
              <a:t>Kubernetes Auto-Remediation Module</a:t>
            </a:r>
            <a:r>
              <a:rPr lang="en-IN" b="0" dirty="0">
                <a:latin typeface="+mn-lt"/>
              </a:rPr>
              <a:t> executes the recommended recovery procedures, enabling automated incident resolution, reducing </a:t>
            </a:r>
            <a:r>
              <a:rPr lang="en-IN" dirty="0">
                <a:latin typeface="+mn-lt"/>
              </a:rPr>
              <a:t>Mean Time to Resolution (MTTR)</a:t>
            </a:r>
            <a:r>
              <a:rPr lang="en-IN" b="0" dirty="0">
                <a:latin typeface="+mn-lt"/>
              </a:rPr>
              <a:t>, and improving the reliability and resilience of cloud-native applications.</a:t>
            </a:r>
          </a:p>
        </p:txBody>
      </p:sp>
      <p:sp>
        <p:nvSpPr>
          <p:cNvPr id="3" name="TextBox 2">
            <a:extLst>
              <a:ext uri="{FF2B5EF4-FFF2-40B4-BE49-F238E27FC236}">
                <a16:creationId xmlns:a16="http://schemas.microsoft.com/office/drawing/2014/main" id="{2384B8DD-B071-204D-503E-1478FEF1C85E}"/>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a:t>
            </a:r>
            <a:r>
              <a:rPr lang="en-US" sz="3600" b="1" dirty="0">
                <a:solidFill>
                  <a:srgbClr val="5B9BD5">
                    <a:lumMod val="50000"/>
                  </a:srgbClr>
                </a:solidFill>
                <a:latin typeface="Calibri" panose="020F0502020204030204"/>
              </a:rPr>
              <a:t>(Continuation)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96F6DA1B-83D7-91BA-583A-86CF405F619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61BBD92-8069-0B5D-935D-ABFCDE128CAF}"/>
              </a:ext>
            </a:extLst>
          </p:cNvPr>
          <p:cNvSpPr txBox="1"/>
          <p:nvPr/>
        </p:nvSpPr>
        <p:spPr>
          <a:xfrm>
            <a:off x="5906125" y="57036"/>
            <a:ext cx="6285875"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sz="1800" i="1" dirty="0">
              <a:solidFill>
                <a:srgbClr val="FFFFFF"/>
              </a:solidFill>
            </a:endParaRPr>
          </a:p>
        </p:txBody>
      </p:sp>
    </p:spTree>
    <p:extLst>
      <p:ext uri="{BB962C8B-B14F-4D97-AF65-F5344CB8AC3E}">
        <p14:creationId xmlns:p14="http://schemas.microsoft.com/office/powerpoint/2010/main" val="177942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255996" y="1271219"/>
            <a:ext cx="10624338" cy="4142989"/>
          </a:xfrm>
        </p:spPr>
        <p:txBody>
          <a:bodyPr/>
          <a:lstStyle/>
          <a:p>
            <a:pPr fontAlgn="t">
              <a:buNone/>
            </a:pPr>
            <a:r>
              <a:rPr lang="en-IN" b="0" dirty="0">
                <a:latin typeface="+mn-lt"/>
              </a:rPr>
              <a:t>The </a:t>
            </a:r>
            <a:r>
              <a:rPr lang="en-IN" dirty="0">
                <a:latin typeface="+mn-lt"/>
              </a:rPr>
              <a:t>Agentic SRE Copilot</a:t>
            </a:r>
            <a:r>
              <a:rPr lang="en-IN" b="0" dirty="0">
                <a:latin typeface="+mn-lt"/>
              </a:rPr>
              <a:t> adopts a </a:t>
            </a:r>
            <a:r>
              <a:rPr lang="en-IN" dirty="0">
                <a:latin typeface="+mn-lt"/>
              </a:rPr>
              <a:t>Multi-Agent AI</a:t>
            </a:r>
            <a:r>
              <a:rPr lang="en-IN" b="0" dirty="0">
                <a:latin typeface="+mn-lt"/>
              </a:rPr>
              <a:t> and </a:t>
            </a:r>
            <a:r>
              <a:rPr lang="en-IN" dirty="0">
                <a:latin typeface="+mn-lt"/>
              </a:rPr>
              <a:t>Retrieval-Augmented Generation (RAG)</a:t>
            </a:r>
            <a:r>
              <a:rPr lang="en-IN" b="0" dirty="0">
                <a:latin typeface="+mn-lt"/>
              </a:rPr>
              <a:t> approach to automate incident management in cloud-native environments. Incident details, logs, and performance metrics are submitted through a </a:t>
            </a:r>
            <a:r>
              <a:rPr lang="en-IN" dirty="0" err="1">
                <a:latin typeface="+mn-lt"/>
              </a:rPr>
              <a:t>Streamlit</a:t>
            </a:r>
            <a:r>
              <a:rPr lang="en-IN" dirty="0">
                <a:latin typeface="+mn-lt"/>
              </a:rPr>
              <a:t>-based frontend</a:t>
            </a:r>
            <a:r>
              <a:rPr lang="en-IN" b="0" dirty="0">
                <a:latin typeface="+mn-lt"/>
              </a:rPr>
              <a:t> and processed by the </a:t>
            </a:r>
            <a:r>
              <a:rPr lang="en-IN" dirty="0" err="1">
                <a:latin typeface="+mn-lt"/>
              </a:rPr>
              <a:t>FastAPI</a:t>
            </a:r>
            <a:r>
              <a:rPr lang="en-IN" dirty="0">
                <a:latin typeface="+mn-lt"/>
              </a:rPr>
              <a:t> backend</a:t>
            </a:r>
            <a:r>
              <a:rPr lang="en-IN" b="0" dirty="0">
                <a:latin typeface="+mn-lt"/>
              </a:rPr>
              <a:t>. The </a:t>
            </a:r>
            <a:r>
              <a:rPr lang="en-IN" dirty="0">
                <a:latin typeface="+mn-lt"/>
              </a:rPr>
              <a:t>Incident Triage Module</a:t>
            </a:r>
            <a:r>
              <a:rPr lang="en-IN" b="0" dirty="0">
                <a:latin typeface="+mn-lt"/>
              </a:rPr>
              <a:t> evaluates the severity and priority of incidents, while the </a:t>
            </a:r>
            <a:r>
              <a:rPr lang="en-IN" dirty="0">
                <a:latin typeface="+mn-lt"/>
              </a:rPr>
              <a:t>Log Analysis</a:t>
            </a:r>
            <a:r>
              <a:rPr lang="en-IN" b="0" dirty="0">
                <a:latin typeface="+mn-lt"/>
              </a:rPr>
              <a:t> and </a:t>
            </a:r>
            <a:r>
              <a:rPr lang="en-IN" dirty="0">
                <a:latin typeface="+mn-lt"/>
              </a:rPr>
              <a:t>Metrics Analysis Modules</a:t>
            </a:r>
            <a:r>
              <a:rPr lang="en-IN" b="0" dirty="0">
                <a:latin typeface="+mn-lt"/>
              </a:rPr>
              <a:t> identify anomalies, failures, and performance bottlenecks. The </a:t>
            </a:r>
            <a:r>
              <a:rPr lang="en-IN" dirty="0">
                <a:latin typeface="+mn-lt"/>
              </a:rPr>
              <a:t>Root Cause Analysis (RCA) Module</a:t>
            </a:r>
            <a:r>
              <a:rPr lang="en-IN" b="0" dirty="0">
                <a:latin typeface="+mn-lt"/>
              </a:rPr>
              <a:t> then correlates these findings to determine the most probable cause of the incident and support intelligent troubleshooting.</a:t>
            </a: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5891134" y="57036"/>
            <a:ext cx="6300866"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4C43E-E73B-8897-4E6E-8D0EEAACEA5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D37C6B3-8C16-0B95-EA0A-2BFAB5D2EA4D}"/>
              </a:ext>
            </a:extLst>
          </p:cNvPr>
          <p:cNvSpPr>
            <a:spLocks noGrp="1"/>
          </p:cNvSpPr>
          <p:nvPr>
            <p:ph type="body" sz="quarter" idx="13"/>
          </p:nvPr>
        </p:nvSpPr>
        <p:spPr>
          <a:xfrm>
            <a:off x="255995" y="1271219"/>
            <a:ext cx="11361381" cy="4142989"/>
          </a:xfrm>
        </p:spPr>
        <p:txBody>
          <a:bodyPr/>
          <a:lstStyle/>
          <a:p>
            <a:pPr fontAlgn="t">
              <a:buNone/>
            </a:pPr>
            <a:r>
              <a:rPr lang="en-IN" b="0" dirty="0">
                <a:latin typeface="+mn-lt"/>
              </a:rPr>
              <a:t>Once the root cause is identified, the </a:t>
            </a:r>
            <a:r>
              <a:rPr lang="en-IN" dirty="0" err="1">
                <a:latin typeface="+mn-lt"/>
              </a:rPr>
              <a:t>MiniLM</a:t>
            </a:r>
            <a:r>
              <a:rPr lang="en-IN" dirty="0">
                <a:latin typeface="+mn-lt"/>
              </a:rPr>
              <a:t> Embedding Model</a:t>
            </a:r>
            <a:r>
              <a:rPr lang="en-IN" b="0" dirty="0">
                <a:latin typeface="+mn-lt"/>
              </a:rPr>
              <a:t> converts incident information into semantic vectors, which are stored and searched in </a:t>
            </a:r>
            <a:r>
              <a:rPr lang="en-IN" dirty="0" err="1">
                <a:latin typeface="+mn-lt"/>
              </a:rPr>
              <a:t>ChromaDB</a:t>
            </a:r>
            <a:r>
              <a:rPr lang="en-IN" b="0" dirty="0">
                <a:latin typeface="+mn-lt"/>
              </a:rPr>
              <a:t>. Using the </a:t>
            </a:r>
            <a:r>
              <a:rPr lang="en-IN" dirty="0">
                <a:latin typeface="+mn-lt"/>
              </a:rPr>
              <a:t>RAG framework</a:t>
            </a:r>
            <a:r>
              <a:rPr lang="en-IN" b="0" dirty="0">
                <a:latin typeface="+mn-lt"/>
              </a:rPr>
              <a:t>, the system retrieves relevant runbooks and troubleshooting knowledge. The retrieved context is then processed by a </a:t>
            </a:r>
            <a:r>
              <a:rPr lang="en-IN" dirty="0" err="1">
                <a:latin typeface="+mn-lt"/>
              </a:rPr>
              <a:t>Groq</a:t>
            </a:r>
            <a:r>
              <a:rPr lang="en-IN" dirty="0">
                <a:latin typeface="+mn-lt"/>
              </a:rPr>
              <a:t>-powered Large Language Model (LLM)</a:t>
            </a:r>
            <a:r>
              <a:rPr lang="en-IN" b="0" dirty="0">
                <a:latin typeface="+mn-lt"/>
              </a:rPr>
              <a:t> to generate remediation recommendations. Finally, the </a:t>
            </a:r>
            <a:r>
              <a:rPr lang="en-IN" dirty="0">
                <a:latin typeface="+mn-lt"/>
              </a:rPr>
              <a:t>Kubernetes Auto-Remediation Module</a:t>
            </a:r>
            <a:r>
              <a:rPr lang="en-IN" b="0" dirty="0">
                <a:latin typeface="+mn-lt"/>
              </a:rPr>
              <a:t> executes recovery actions such as deployment restarts, pod recovery, and workload scaling, enabling self-healing infrastructure and reducing </a:t>
            </a:r>
            <a:r>
              <a:rPr lang="en-IN" dirty="0">
                <a:latin typeface="+mn-lt"/>
              </a:rPr>
              <a:t>Mean Time to Resolution (MTTR)</a:t>
            </a:r>
            <a:r>
              <a:rPr lang="en-IN" b="0" dirty="0">
                <a:latin typeface="+mn-lt"/>
              </a:rPr>
              <a:t>.</a:t>
            </a:r>
          </a:p>
          <a:p>
            <a:pPr fontAlgn="t">
              <a:buNone/>
            </a:pPr>
            <a:r>
              <a:rPr lang="en-IN" dirty="0">
                <a:latin typeface="+mn-lt"/>
              </a:rPr>
              <a:t>Technologies Used:</a:t>
            </a:r>
            <a:r>
              <a:rPr lang="en-IN" b="0" dirty="0">
                <a:latin typeface="+mn-lt"/>
              </a:rPr>
              <a:t> </a:t>
            </a:r>
            <a:r>
              <a:rPr lang="en-IN" b="0" dirty="0" err="1">
                <a:latin typeface="+mn-lt"/>
              </a:rPr>
              <a:t>Streamlit</a:t>
            </a:r>
            <a:r>
              <a:rPr lang="en-IN" b="0" dirty="0">
                <a:latin typeface="+mn-lt"/>
              </a:rPr>
              <a:t>, </a:t>
            </a:r>
            <a:r>
              <a:rPr lang="en-IN" b="0" dirty="0" err="1">
                <a:latin typeface="+mn-lt"/>
              </a:rPr>
              <a:t>FastAPI</a:t>
            </a:r>
            <a:r>
              <a:rPr lang="en-IN" b="0" dirty="0">
                <a:latin typeface="+mn-lt"/>
              </a:rPr>
              <a:t>, Multi-Agent AI, </a:t>
            </a:r>
            <a:r>
              <a:rPr lang="en-IN" b="0" dirty="0" err="1">
                <a:latin typeface="+mn-lt"/>
              </a:rPr>
              <a:t>MiniLM</a:t>
            </a:r>
            <a:r>
              <a:rPr lang="en-IN" b="0" dirty="0">
                <a:latin typeface="+mn-lt"/>
              </a:rPr>
              <a:t>, </a:t>
            </a:r>
            <a:r>
              <a:rPr lang="en-IN" b="0" dirty="0" err="1">
                <a:latin typeface="+mn-lt"/>
              </a:rPr>
              <a:t>ChromaDB</a:t>
            </a:r>
            <a:r>
              <a:rPr lang="en-IN" b="0" dirty="0">
                <a:latin typeface="+mn-lt"/>
              </a:rPr>
              <a:t>, RAG, </a:t>
            </a:r>
            <a:r>
              <a:rPr lang="en-IN" b="0" dirty="0" err="1">
                <a:latin typeface="+mn-lt"/>
              </a:rPr>
              <a:t>Groq</a:t>
            </a:r>
            <a:r>
              <a:rPr lang="en-IN" b="0" dirty="0">
                <a:latin typeface="+mn-lt"/>
              </a:rPr>
              <a:t> LLM, Kubernetes, Python.</a:t>
            </a:r>
          </a:p>
        </p:txBody>
      </p:sp>
      <p:sp>
        <p:nvSpPr>
          <p:cNvPr id="3" name="TextBox 2">
            <a:extLst>
              <a:ext uri="{FF2B5EF4-FFF2-40B4-BE49-F238E27FC236}">
                <a16:creationId xmlns:a16="http://schemas.microsoft.com/office/drawing/2014/main" id="{48033758-6619-BAFA-892E-E3DFADCBB71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a:t>
            </a:r>
            <a:r>
              <a:rPr lang="en-US" sz="3600" b="1" dirty="0">
                <a:solidFill>
                  <a:srgbClr val="5B9BD5">
                    <a:lumMod val="50000"/>
                  </a:srgbClr>
                </a:solidFill>
                <a:latin typeface="Calibri" panose="020F0502020204030204"/>
              </a:rPr>
              <a:t>(Continuation)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C5D99F29-9418-F060-433C-5B458693A9A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BF5ECA5-D190-64A2-5C8B-E7B6194EADAB}"/>
              </a:ext>
            </a:extLst>
          </p:cNvPr>
          <p:cNvSpPr txBox="1"/>
          <p:nvPr/>
        </p:nvSpPr>
        <p:spPr>
          <a:xfrm>
            <a:off x="5951095" y="57036"/>
            <a:ext cx="6240905"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898865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271219"/>
            <a:ext cx="11936004" cy="4142989"/>
          </a:xfrm>
        </p:spPr>
        <p:txBody>
          <a:bodyPr/>
          <a:lstStyle/>
          <a:p>
            <a:pPr fontAlgn="t">
              <a:buNone/>
            </a:pPr>
            <a:r>
              <a:rPr lang="en-IN" b="0" dirty="0">
                <a:latin typeface="+mn-lt"/>
              </a:rPr>
              <a:t>The implementation of </a:t>
            </a:r>
            <a:r>
              <a:rPr lang="en-IN" dirty="0">
                <a:latin typeface="+mn-lt"/>
              </a:rPr>
              <a:t>Agentic SRE Copilot</a:t>
            </a:r>
            <a:r>
              <a:rPr lang="en-IN" b="0" dirty="0">
                <a:latin typeface="+mn-lt"/>
              </a:rPr>
              <a:t> successfully demonstrated the feasibility of automating incident management and remediation in cloud-native environments. The system was able to perform incident triage, </a:t>
            </a:r>
            <a:r>
              <a:rPr lang="en-IN" b="0" dirty="0" err="1">
                <a:latin typeface="+mn-lt"/>
              </a:rPr>
              <a:t>analyze</a:t>
            </a:r>
            <a:r>
              <a:rPr lang="en-IN" b="0" dirty="0">
                <a:latin typeface="+mn-lt"/>
              </a:rPr>
              <a:t> logs and metrics, identify root causes, retrieve relevant troubleshooting runbooks using the </a:t>
            </a:r>
            <a:r>
              <a:rPr lang="en-IN" dirty="0">
                <a:latin typeface="+mn-lt"/>
              </a:rPr>
              <a:t>RAG framework</a:t>
            </a:r>
            <a:r>
              <a:rPr lang="en-IN" b="0" dirty="0">
                <a:latin typeface="+mn-lt"/>
              </a:rPr>
              <a:t>, and generate remediation recommendations through </a:t>
            </a:r>
            <a:r>
              <a:rPr lang="en-IN" dirty="0" err="1">
                <a:latin typeface="+mn-lt"/>
              </a:rPr>
              <a:t>Groq</a:t>
            </a:r>
            <a:r>
              <a:rPr lang="en-IN" dirty="0">
                <a:latin typeface="+mn-lt"/>
              </a:rPr>
              <a:t>-powered Large Language Models (LLMs)</a:t>
            </a:r>
            <a:r>
              <a:rPr lang="en-IN" b="0" dirty="0">
                <a:latin typeface="+mn-lt"/>
              </a:rPr>
              <a:t>. The integration of </a:t>
            </a:r>
            <a:r>
              <a:rPr lang="en-IN" dirty="0" err="1">
                <a:latin typeface="+mn-lt"/>
              </a:rPr>
              <a:t>MiniLM</a:t>
            </a:r>
            <a:r>
              <a:rPr lang="en-IN" dirty="0">
                <a:latin typeface="+mn-lt"/>
              </a:rPr>
              <a:t> embeddings</a:t>
            </a:r>
            <a:r>
              <a:rPr lang="en-IN" b="0" dirty="0">
                <a:latin typeface="+mn-lt"/>
              </a:rPr>
              <a:t> and </a:t>
            </a:r>
            <a:r>
              <a:rPr lang="en-IN" dirty="0" err="1">
                <a:latin typeface="+mn-lt"/>
              </a:rPr>
              <a:t>ChromaDB</a:t>
            </a:r>
            <a:r>
              <a:rPr lang="en-IN" b="0" dirty="0">
                <a:latin typeface="+mn-lt"/>
              </a:rPr>
              <a:t> enabled efficient semantic retrieval of runbooks, allowing the system to provide context-aware troubleshooting guidance even when exact keyword matches were unavailable.</a:t>
            </a: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5936105" y="57036"/>
            <a:ext cx="6255895"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D5F2C-4E48-AAAA-1CA1-53EF74FF8D9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102E18E-FA44-C4F5-18E6-D223FB80F74D}"/>
              </a:ext>
            </a:extLst>
          </p:cNvPr>
          <p:cNvSpPr>
            <a:spLocks noGrp="1"/>
          </p:cNvSpPr>
          <p:nvPr>
            <p:ph type="body" sz="quarter" idx="13"/>
          </p:nvPr>
        </p:nvSpPr>
        <p:spPr>
          <a:xfrm>
            <a:off x="255996" y="1271219"/>
            <a:ext cx="11936004" cy="4142989"/>
          </a:xfrm>
        </p:spPr>
        <p:txBody>
          <a:bodyPr/>
          <a:lstStyle/>
          <a:p>
            <a:pPr fontAlgn="t">
              <a:buNone/>
            </a:pPr>
            <a:r>
              <a:rPr lang="en-IN" dirty="0">
                <a:latin typeface="+mn-lt"/>
              </a:rPr>
              <a:t>Key Findings:</a:t>
            </a:r>
            <a:endParaRPr lang="en-IN" b="0" dirty="0">
              <a:latin typeface="+mn-lt"/>
            </a:endParaRPr>
          </a:p>
          <a:p>
            <a:pPr fontAlgn="t"/>
            <a:r>
              <a:rPr lang="en-IN" b="0" dirty="0">
                <a:latin typeface="+mn-lt"/>
              </a:rPr>
              <a:t>Automated incident triage and prioritization were successfully implemented.</a:t>
            </a:r>
          </a:p>
          <a:p>
            <a:pPr fontAlgn="t"/>
            <a:r>
              <a:rPr lang="en-IN" b="0" dirty="0">
                <a:latin typeface="+mn-lt"/>
              </a:rPr>
              <a:t>Root causes were accurately identified through log and metrics analysis.</a:t>
            </a:r>
          </a:p>
          <a:p>
            <a:pPr fontAlgn="t"/>
            <a:r>
              <a:rPr lang="en-IN" b="0" dirty="0">
                <a:latin typeface="+mn-lt"/>
              </a:rPr>
              <a:t>RAG-based retrieval provided relevant troubleshooting runbooks.</a:t>
            </a:r>
          </a:p>
          <a:p>
            <a:pPr fontAlgn="t"/>
            <a:r>
              <a:rPr lang="en-IN" b="0" dirty="0" err="1">
                <a:latin typeface="+mn-lt"/>
              </a:rPr>
              <a:t>MiniLM</a:t>
            </a:r>
            <a:r>
              <a:rPr lang="en-IN" b="0" dirty="0">
                <a:latin typeface="+mn-lt"/>
              </a:rPr>
              <a:t> and </a:t>
            </a:r>
            <a:r>
              <a:rPr lang="en-IN" b="0" dirty="0" err="1">
                <a:latin typeface="+mn-lt"/>
              </a:rPr>
              <a:t>ChromaDB</a:t>
            </a:r>
            <a:r>
              <a:rPr lang="en-IN" b="0" dirty="0">
                <a:latin typeface="+mn-lt"/>
              </a:rPr>
              <a:t> enabled efficient semantic search and knowledge retrieval.</a:t>
            </a:r>
          </a:p>
          <a:p>
            <a:pPr marL="0" indent="0" fontAlgn="t">
              <a:buNone/>
            </a:pPr>
            <a:r>
              <a:rPr lang="en-IN" b="0" dirty="0">
                <a:latin typeface="+mn-lt"/>
              </a:rPr>
              <a:t>The </a:t>
            </a:r>
            <a:r>
              <a:rPr lang="en-IN" dirty="0">
                <a:latin typeface="+mn-lt"/>
              </a:rPr>
              <a:t>Root Cause Analysis (RCA) Module</a:t>
            </a:r>
            <a:r>
              <a:rPr lang="en-IN" b="0" dirty="0">
                <a:latin typeface="+mn-lt"/>
              </a:rPr>
              <a:t> effectively correlated incident data to determine the underlying cause of failures, while the </a:t>
            </a:r>
            <a:r>
              <a:rPr lang="en-IN" dirty="0" err="1">
                <a:latin typeface="+mn-lt"/>
              </a:rPr>
              <a:t>Groq</a:t>
            </a:r>
            <a:r>
              <a:rPr lang="en-IN" dirty="0">
                <a:latin typeface="+mn-lt"/>
              </a:rPr>
              <a:t>-powered LLM</a:t>
            </a:r>
            <a:r>
              <a:rPr lang="en-IN" b="0" dirty="0">
                <a:latin typeface="+mn-lt"/>
              </a:rPr>
              <a:t> enhanced decision-making by generating meaningful remediation recommendations.</a:t>
            </a:r>
          </a:p>
          <a:p>
            <a:pPr marL="0" indent="0" fontAlgn="t">
              <a:buNone/>
            </a:pPr>
            <a:endParaRPr lang="en-IN" b="0" dirty="0">
              <a:latin typeface="+mn-lt"/>
            </a:endParaRPr>
          </a:p>
        </p:txBody>
      </p:sp>
      <p:sp>
        <p:nvSpPr>
          <p:cNvPr id="3" name="TextBox 2">
            <a:extLst>
              <a:ext uri="{FF2B5EF4-FFF2-40B4-BE49-F238E27FC236}">
                <a16:creationId xmlns:a16="http://schemas.microsoft.com/office/drawing/2014/main" id="{4E5E676E-B904-6458-855E-E458990FF366}"/>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….(Continuation)</a:t>
            </a:r>
          </a:p>
        </p:txBody>
      </p:sp>
      <p:cxnSp>
        <p:nvCxnSpPr>
          <p:cNvPr id="5" name="Straight Connector 4">
            <a:extLst>
              <a:ext uri="{FF2B5EF4-FFF2-40B4-BE49-F238E27FC236}">
                <a16:creationId xmlns:a16="http://schemas.microsoft.com/office/drawing/2014/main" id="{86668409-D908-F1A0-AC56-7CE2D16F47E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13167F0-0C00-2742-BF01-83D27E6AD92E}"/>
              </a:ext>
            </a:extLst>
          </p:cNvPr>
          <p:cNvSpPr txBox="1"/>
          <p:nvPr/>
        </p:nvSpPr>
        <p:spPr>
          <a:xfrm>
            <a:off x="5846164" y="57036"/>
            <a:ext cx="6345837"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3323202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6DF14-E1F7-845C-0465-9E0701B7612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B566A8B-0C3C-2EE4-4A81-ABDECD463203}"/>
              </a:ext>
            </a:extLst>
          </p:cNvPr>
          <p:cNvSpPr>
            <a:spLocks noGrp="1"/>
          </p:cNvSpPr>
          <p:nvPr>
            <p:ph type="body" sz="quarter" idx="13"/>
          </p:nvPr>
        </p:nvSpPr>
        <p:spPr>
          <a:xfrm>
            <a:off x="255996" y="1271219"/>
            <a:ext cx="11936004" cy="4142989"/>
          </a:xfrm>
        </p:spPr>
        <p:txBody>
          <a:bodyPr/>
          <a:lstStyle/>
          <a:p>
            <a:pPr marL="0" indent="0">
              <a:buNone/>
            </a:pPr>
            <a:r>
              <a:rPr lang="en-IN" b="0" dirty="0">
                <a:latin typeface="+mn-lt"/>
              </a:rPr>
              <a:t>Furthermore, the </a:t>
            </a:r>
            <a:r>
              <a:rPr lang="en-IN" dirty="0">
                <a:latin typeface="+mn-lt"/>
              </a:rPr>
              <a:t>Kubernetes Auto-Remediation Module</a:t>
            </a:r>
            <a:r>
              <a:rPr lang="en-IN" b="0" dirty="0">
                <a:latin typeface="+mn-lt"/>
              </a:rPr>
              <a:t> successfully executed recovery actions such as deployment restarts, pod recovery, and workload scaling, demonstrating the system's self-healing capabilities. By automating diagnosis and recovery processes, the proposed solution significantly reduced manual intervention and improved operational efficiency.</a:t>
            </a:r>
          </a:p>
          <a:p>
            <a:pPr fontAlgn="t">
              <a:buNone/>
            </a:pPr>
            <a:r>
              <a:rPr lang="en-IN" dirty="0">
                <a:latin typeface="+mn-lt"/>
              </a:rPr>
              <a:t>Key Findings:</a:t>
            </a:r>
            <a:endParaRPr lang="en-IN" b="0" dirty="0">
              <a:latin typeface="+mn-lt"/>
            </a:endParaRPr>
          </a:p>
          <a:p>
            <a:pPr marL="342900" lvl="0" indent="-342900" fontAlgn="t"/>
            <a:r>
              <a:rPr lang="en-IN" b="0" dirty="0">
                <a:latin typeface="+mn-lt"/>
              </a:rPr>
              <a:t>LLM-powered reasoning improved remediation planning and decision-making.</a:t>
            </a:r>
          </a:p>
          <a:p>
            <a:pPr marL="342900" lvl="0" indent="-342900" fontAlgn="t"/>
            <a:r>
              <a:rPr lang="en-IN" b="0" dirty="0">
                <a:latin typeface="+mn-lt"/>
              </a:rPr>
              <a:t>Kubernetes-based recovery actions enabled self-healing infrastructure.</a:t>
            </a:r>
          </a:p>
          <a:p>
            <a:pPr marL="342900" lvl="0" indent="-342900" fontAlgn="t"/>
            <a:r>
              <a:rPr lang="en-IN" b="0" dirty="0">
                <a:latin typeface="+mn-lt"/>
              </a:rPr>
              <a:t>Automated remediation reduced manual intervention during incident resolution.</a:t>
            </a:r>
          </a:p>
          <a:p>
            <a:pPr marL="342900" indent="-342900" fontAlgn="t"/>
            <a:r>
              <a:rPr lang="en-IN" b="0" dirty="0">
                <a:latin typeface="+mn-lt"/>
              </a:rPr>
              <a:t>The system reduced </a:t>
            </a:r>
            <a:r>
              <a:rPr lang="en-IN" dirty="0">
                <a:latin typeface="+mn-lt"/>
              </a:rPr>
              <a:t>Mean Time to Resolution (MTTR)</a:t>
            </a:r>
            <a:r>
              <a:rPr lang="en-IN" b="0" dirty="0">
                <a:latin typeface="+mn-lt"/>
              </a:rPr>
              <a:t> and improved service reliability and availability. Automated the complete incident response lifecycle.</a:t>
            </a:r>
          </a:p>
          <a:p>
            <a:pPr marL="342900" lvl="0" indent="-342900" fontAlgn="t"/>
            <a:endParaRPr lang="en-US" b="0" dirty="0">
              <a:solidFill>
                <a:srgbClr val="5583D1"/>
              </a:solidFill>
              <a:latin typeface="+mn-lt"/>
            </a:endParaRPr>
          </a:p>
          <a:p>
            <a:pPr marL="0" indent="0">
              <a:lnSpc>
                <a:spcPct val="150000"/>
              </a:lnSpc>
              <a:buNone/>
            </a:pP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38FFADAC-D675-6E07-43B0-AB4556934153}"/>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….(Continuation)</a:t>
            </a:r>
          </a:p>
        </p:txBody>
      </p:sp>
      <p:cxnSp>
        <p:nvCxnSpPr>
          <p:cNvPr id="5" name="Straight Connector 4">
            <a:extLst>
              <a:ext uri="{FF2B5EF4-FFF2-40B4-BE49-F238E27FC236}">
                <a16:creationId xmlns:a16="http://schemas.microsoft.com/office/drawing/2014/main" id="{49C07D57-CEDE-17A0-ED24-9B78EB7B57F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A4DCCB0-30DA-D2A6-A3DD-E48C51A6F11B}"/>
              </a:ext>
            </a:extLst>
          </p:cNvPr>
          <p:cNvSpPr txBox="1"/>
          <p:nvPr/>
        </p:nvSpPr>
        <p:spPr>
          <a:xfrm>
            <a:off x="5966085" y="57036"/>
            <a:ext cx="6225915"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1034374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D2BA9-A797-7D58-93A8-3F4B2C84EE9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6E64071-DF4B-D3C5-431D-571AB8843403}"/>
              </a:ext>
            </a:extLst>
          </p:cNvPr>
          <p:cNvSpPr>
            <a:spLocks noGrp="1"/>
          </p:cNvSpPr>
          <p:nvPr>
            <p:ph type="body" sz="quarter" idx="13"/>
          </p:nvPr>
        </p:nvSpPr>
        <p:spPr>
          <a:xfrm>
            <a:off x="255995" y="1148877"/>
            <a:ext cx="11766115" cy="4265332"/>
          </a:xfrm>
        </p:spPr>
        <p:txBody>
          <a:bodyPr/>
          <a:lstStyle/>
          <a:p>
            <a:pPr fontAlgn="t">
              <a:buNone/>
            </a:pPr>
            <a:r>
              <a:rPr lang="en-IN" b="0" dirty="0">
                <a:latin typeface="+mn-lt"/>
              </a:rPr>
              <a:t>The proposed </a:t>
            </a:r>
            <a:r>
              <a:rPr lang="en-IN" dirty="0">
                <a:latin typeface="+mn-lt"/>
              </a:rPr>
              <a:t>Agentic SRE Copilot</a:t>
            </a:r>
            <a:r>
              <a:rPr lang="en-IN" b="0" dirty="0">
                <a:latin typeface="+mn-lt"/>
              </a:rPr>
              <a:t> can be further enhanced to support enterprise-scale incident management and self-healing operations through integration with monitoring platforms such as </a:t>
            </a:r>
            <a:r>
              <a:rPr lang="en-IN" dirty="0">
                <a:latin typeface="+mn-lt"/>
              </a:rPr>
              <a:t>Prometheus, Grafana, Splunk, ELK Stack, and Azure Monitor</a:t>
            </a:r>
            <a:r>
              <a:rPr lang="en-IN" b="0" dirty="0">
                <a:latin typeface="+mn-lt"/>
              </a:rPr>
              <a:t> for real-time incident detection and predictive analytics. The platform can also be extended with </a:t>
            </a:r>
            <a:r>
              <a:rPr lang="en-IN" dirty="0">
                <a:latin typeface="+mn-lt"/>
              </a:rPr>
              <a:t>URL-based knowledge retrieval</a:t>
            </a:r>
            <a:r>
              <a:rPr lang="en-IN" b="0" dirty="0">
                <a:latin typeface="+mn-lt"/>
              </a:rPr>
              <a:t> from approved enterprise sources, including </a:t>
            </a:r>
            <a:r>
              <a:rPr lang="en-IN" dirty="0">
                <a:latin typeface="+mn-lt"/>
              </a:rPr>
              <a:t>SharePoint, Confluence, internal wikis, and documentation portals</a:t>
            </a:r>
            <a:r>
              <a:rPr lang="en-IN" b="0" dirty="0">
                <a:latin typeface="+mn-lt"/>
              </a:rPr>
              <a:t>, enabling access to dynamic and continuously updated troubleshooting information. Additional improvements may include </a:t>
            </a:r>
            <a:r>
              <a:rPr lang="en-IN" dirty="0">
                <a:latin typeface="+mn-lt"/>
              </a:rPr>
              <a:t>Role-Based Access Control (RBAC)</a:t>
            </a:r>
            <a:r>
              <a:rPr lang="en-IN" b="0" dirty="0">
                <a:latin typeface="+mn-lt"/>
              </a:rPr>
              <a:t>, advanced security mechanisms, multi-cloud and hybrid-cloud support, predictive root cause analysis, and autonomous remediation capabilities. These enhancements would further reduce </a:t>
            </a:r>
            <a:r>
              <a:rPr lang="en-IN" dirty="0">
                <a:latin typeface="+mn-lt"/>
              </a:rPr>
              <a:t>Mean Time to Resolution (MTTR)</a:t>
            </a:r>
            <a:r>
              <a:rPr lang="en-IN" b="0" dirty="0">
                <a:latin typeface="+mn-lt"/>
              </a:rPr>
              <a:t>, improve service reliability and availability, and support the evolution of fully autonomous and self-healing cloud-native infrastructure.</a:t>
            </a:r>
          </a:p>
        </p:txBody>
      </p:sp>
      <p:sp>
        <p:nvSpPr>
          <p:cNvPr id="3" name="TextBox 2">
            <a:extLst>
              <a:ext uri="{FF2B5EF4-FFF2-40B4-BE49-F238E27FC236}">
                <a16:creationId xmlns:a16="http://schemas.microsoft.com/office/drawing/2014/main" id="{C52212ED-0352-2C1C-0B90-7AA10BD258C2}"/>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Future Scope…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9AF50A57-23AE-8712-A548-F32215A394A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8C82CDD-7888-E27E-BADD-1106A8256C5C}"/>
              </a:ext>
            </a:extLst>
          </p:cNvPr>
          <p:cNvSpPr txBox="1"/>
          <p:nvPr/>
        </p:nvSpPr>
        <p:spPr>
          <a:xfrm>
            <a:off x="5981075" y="57036"/>
            <a:ext cx="6210925"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1607885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872131-A6C0-4ECF-9994-EA002B6EAD86}"/>
              </a:ext>
            </a:extLst>
          </p:cNvPr>
          <p:cNvSpPr>
            <a:spLocks noGrp="1"/>
          </p:cNvSpPr>
          <p:nvPr>
            <p:ph type="body" sz="quarter" idx="13"/>
          </p:nvPr>
        </p:nvSpPr>
        <p:spPr>
          <a:xfrm>
            <a:off x="255995" y="1148877"/>
            <a:ext cx="11766115" cy="4265332"/>
          </a:xfrm>
        </p:spPr>
        <p:txBody>
          <a:bodyPr/>
          <a:lstStyle/>
          <a:p>
            <a:pPr fontAlgn="t">
              <a:buNone/>
            </a:pPr>
            <a:r>
              <a:rPr lang="en-IN" dirty="0">
                <a:latin typeface="+mn-lt"/>
              </a:rPr>
              <a:t>Agentic SRE Copilot</a:t>
            </a:r>
            <a:r>
              <a:rPr lang="en-IN" b="0" dirty="0">
                <a:latin typeface="+mn-lt"/>
              </a:rPr>
              <a:t> is an AI-powered Incident Management and Auto-Remediation platform that integrates </a:t>
            </a:r>
            <a:r>
              <a:rPr lang="en-IN" dirty="0">
                <a:latin typeface="+mn-lt"/>
              </a:rPr>
              <a:t>Multi-Agent AI, RAG, </a:t>
            </a:r>
            <a:r>
              <a:rPr lang="en-IN" dirty="0" err="1">
                <a:latin typeface="+mn-lt"/>
              </a:rPr>
              <a:t>MiniLM</a:t>
            </a:r>
            <a:r>
              <a:rPr lang="en-IN" dirty="0">
                <a:latin typeface="+mn-lt"/>
              </a:rPr>
              <a:t> embeddings, </a:t>
            </a:r>
            <a:r>
              <a:rPr lang="en-IN" dirty="0" err="1">
                <a:latin typeface="+mn-lt"/>
              </a:rPr>
              <a:t>ChromaDB</a:t>
            </a:r>
            <a:r>
              <a:rPr lang="en-IN" dirty="0">
                <a:latin typeface="+mn-lt"/>
              </a:rPr>
              <a:t>, </a:t>
            </a:r>
            <a:r>
              <a:rPr lang="en-IN" dirty="0" err="1">
                <a:latin typeface="+mn-lt"/>
              </a:rPr>
              <a:t>Groq</a:t>
            </a:r>
            <a:r>
              <a:rPr lang="en-IN" dirty="0">
                <a:latin typeface="+mn-lt"/>
              </a:rPr>
              <a:t>-powered LLMs, and Kubernetes</a:t>
            </a:r>
            <a:r>
              <a:rPr lang="en-IN" b="0" dirty="0">
                <a:latin typeface="+mn-lt"/>
              </a:rPr>
              <a:t> to automate incident triage, root cause analysis, runbook retrieval, remediation planning, and recovery operations. By leveraging semantic search, AI-driven reasoning, and Kubernetes-based auto-remediation, the system enables intelligent incident resolution and self-healing capabilities. The proposed solution reduces </a:t>
            </a:r>
            <a:r>
              <a:rPr lang="en-IN" dirty="0">
                <a:latin typeface="+mn-lt"/>
              </a:rPr>
              <a:t>Mean Time to Resolution (MTTR)</a:t>
            </a:r>
            <a:r>
              <a:rPr lang="en-IN" b="0" dirty="0">
                <a:latin typeface="+mn-lt"/>
              </a:rPr>
              <a:t>, minimizes manual intervention, improves service availability, and enhances the reliability and resilience of cloud-native applications.</a:t>
            </a:r>
          </a:p>
        </p:txBody>
      </p:sp>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5981075" y="57036"/>
            <a:ext cx="6210925"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6F40-96CC-DEF8-9EB7-14523723777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03C842-0779-BE44-EECA-2F2EE3FA7309}"/>
              </a:ext>
            </a:extLst>
          </p:cNvPr>
          <p:cNvSpPr>
            <a:spLocks noGrp="1"/>
          </p:cNvSpPr>
          <p:nvPr>
            <p:ph type="body" sz="quarter" idx="13"/>
          </p:nvPr>
        </p:nvSpPr>
        <p:spPr>
          <a:xfrm>
            <a:off x="255996" y="1271219"/>
            <a:ext cx="10624338" cy="4142989"/>
          </a:xfrm>
        </p:spPr>
        <p:txBody>
          <a:bodyPr/>
          <a:lstStyle/>
          <a:p>
            <a:pPr marL="0" indent="0">
              <a:buNone/>
            </a:pPr>
            <a:r>
              <a:rPr lang="en-IN" b="0" dirty="0">
                <a:latin typeface="+mn-lt"/>
              </a:rPr>
              <a:t>I would like to express my sincere gratitude to my project guide, faculty members, and institution for their valuable guidance, support, and encouragement throughout this project. I am also thankful to my peers and colleagues for their constructive feedback and assistance during the development process. Finally, I extend my heartfelt appreciation to my family for their constant motivation and support, which played a significant role in the successful completion of this project.</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06DDE408-8E1E-6FA2-7CC4-7953936B171B}"/>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r>
              <a:rPr lang="fr-FR" sz="3600" b="1" dirty="0">
                <a:solidFill>
                  <a:srgbClr val="5B9BD5">
                    <a:lumMod val="50000"/>
                  </a:srgbClr>
                </a:solidFill>
              </a:rPr>
              <a:t>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1AC8EE7-5ED3-D96C-9268-8B7B9A5D057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06C5A91-6D8B-7A46-6BA9-7AF0BB8742E7}"/>
              </a:ext>
            </a:extLst>
          </p:cNvPr>
          <p:cNvSpPr txBox="1"/>
          <p:nvPr/>
        </p:nvSpPr>
        <p:spPr>
          <a:xfrm>
            <a:off x="5891135" y="57036"/>
            <a:ext cx="6300866"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1573488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C1BA9-EED8-0553-15DB-7AC5ADC07E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1E11D5E-73A6-DACE-A314-51CBCF3D39FA}"/>
              </a:ext>
            </a:extLst>
          </p:cNvPr>
          <p:cNvSpPr>
            <a:spLocks noGrp="1"/>
          </p:cNvSpPr>
          <p:nvPr>
            <p:ph type="body" sz="quarter" idx="13"/>
          </p:nvPr>
        </p:nvSpPr>
        <p:spPr>
          <a:xfrm>
            <a:off x="255995" y="1271219"/>
            <a:ext cx="12110890" cy="4142989"/>
          </a:xfrm>
        </p:spPr>
        <p:txBody>
          <a:bodyPr/>
          <a:lstStyle/>
          <a:p>
            <a:pPr fontAlgn="t">
              <a:buNone/>
            </a:pPr>
            <a:r>
              <a:rPr lang="en-IN" b="0" dirty="0">
                <a:latin typeface="+mn-lt"/>
              </a:rPr>
              <a:t>[1] P. Lewis, E. Perez, A. </a:t>
            </a:r>
            <a:r>
              <a:rPr lang="en-IN" b="0" dirty="0" err="1">
                <a:latin typeface="+mn-lt"/>
              </a:rPr>
              <a:t>Piktus</a:t>
            </a:r>
            <a:r>
              <a:rPr lang="en-IN" b="0" dirty="0">
                <a:latin typeface="+mn-lt"/>
              </a:rPr>
              <a:t>, F. Petroni, V. </a:t>
            </a:r>
            <a:r>
              <a:rPr lang="en-IN" b="0" dirty="0" err="1">
                <a:latin typeface="+mn-lt"/>
              </a:rPr>
              <a:t>Karpukhin</a:t>
            </a:r>
            <a:r>
              <a:rPr lang="en-IN" b="0" dirty="0">
                <a:latin typeface="+mn-lt"/>
              </a:rPr>
              <a:t>, N. Goyal, H. </a:t>
            </a:r>
            <a:r>
              <a:rPr lang="en-IN" b="0" dirty="0" err="1">
                <a:latin typeface="+mn-lt"/>
              </a:rPr>
              <a:t>Küttler</a:t>
            </a:r>
            <a:r>
              <a:rPr lang="en-IN" b="0" dirty="0">
                <a:latin typeface="+mn-lt"/>
              </a:rPr>
              <a:t>, M. Lewis, W. Yih, T. </a:t>
            </a:r>
            <a:r>
              <a:rPr lang="en-IN" b="0" dirty="0" err="1">
                <a:latin typeface="+mn-lt"/>
              </a:rPr>
              <a:t>Rocktäschel</a:t>
            </a:r>
            <a:r>
              <a:rPr lang="en-IN" b="0" dirty="0">
                <a:latin typeface="+mn-lt"/>
              </a:rPr>
              <a:t>, S. Riedel, and D. Kiela, “Retrieval-Augmented Generation for Knowledge-Intensive NLP Tasks,” </a:t>
            </a:r>
            <a:r>
              <a:rPr lang="en-IN" b="0" i="1" dirty="0">
                <a:latin typeface="+mn-lt"/>
              </a:rPr>
              <a:t>Advances in Neural Information Processing Systems (</a:t>
            </a:r>
            <a:r>
              <a:rPr lang="en-IN" b="0" i="1" dirty="0" err="1">
                <a:latin typeface="+mn-lt"/>
              </a:rPr>
              <a:t>NeurIPS</a:t>
            </a:r>
            <a:r>
              <a:rPr lang="en-IN" b="0" i="1" dirty="0">
                <a:latin typeface="+mn-lt"/>
              </a:rPr>
              <a:t>)</a:t>
            </a:r>
            <a:r>
              <a:rPr lang="en-IN" b="0" dirty="0">
                <a:latin typeface="+mn-lt"/>
              </a:rPr>
              <a:t>, vol. 33, pp. 9459–9474, 2020.</a:t>
            </a:r>
          </a:p>
          <a:p>
            <a:pPr fontAlgn="t">
              <a:buNone/>
            </a:pPr>
            <a:r>
              <a:rPr lang="en-IN" b="0" dirty="0">
                <a:latin typeface="+mn-lt"/>
              </a:rPr>
              <a:t>[2] N. Reimers and I. </a:t>
            </a:r>
            <a:r>
              <a:rPr lang="en-IN" b="0" dirty="0" err="1">
                <a:latin typeface="+mn-lt"/>
              </a:rPr>
              <a:t>Gurevych</a:t>
            </a:r>
            <a:r>
              <a:rPr lang="en-IN" b="0" dirty="0">
                <a:latin typeface="+mn-lt"/>
              </a:rPr>
              <a:t>, “Sentence-BERT: Sentence Embeddings using Siamese BERT-Networks,” </a:t>
            </a:r>
            <a:r>
              <a:rPr lang="en-IN" b="0" i="1" dirty="0">
                <a:latin typeface="+mn-lt"/>
              </a:rPr>
              <a:t>Proceedings of the 2019 Conference on Empirical Methods in Natural Language Processing (EMNLP-IJCNLP)</a:t>
            </a:r>
            <a:r>
              <a:rPr lang="en-IN" b="0" dirty="0">
                <a:latin typeface="+mn-lt"/>
              </a:rPr>
              <a:t>, pp. 3982–3992, 2019.</a:t>
            </a:r>
          </a:p>
          <a:p>
            <a:pPr fontAlgn="t">
              <a:buNone/>
            </a:pPr>
            <a:r>
              <a:rPr lang="en-IN" b="0" dirty="0">
                <a:latin typeface="+mn-lt"/>
              </a:rPr>
              <a:t>[3] T. Cui et al., “</a:t>
            </a:r>
            <a:r>
              <a:rPr lang="en-IN" b="0" dirty="0" err="1">
                <a:latin typeface="+mn-lt"/>
              </a:rPr>
              <a:t>AetherLog</a:t>
            </a:r>
            <a:r>
              <a:rPr lang="en-IN" b="0" dirty="0">
                <a:latin typeface="+mn-lt"/>
              </a:rPr>
              <a:t>: Log-Based Root Cause Analysis by Integrating Large Language Models with Knowledge Graphs,” 2025.</a:t>
            </a:r>
          </a:p>
          <a:p>
            <a:pPr fontAlgn="t">
              <a:buNone/>
            </a:pPr>
            <a:r>
              <a:rPr lang="en-IN" b="0" dirty="0">
                <a:latin typeface="+mn-lt"/>
              </a:rPr>
              <a:t>[4] S. Schmidl, “Self-Healing Microservices with Kubernetes,” 2019.</a:t>
            </a:r>
          </a:p>
          <a:p>
            <a:pPr marL="0" indent="0">
              <a:lnSpc>
                <a:spcPct val="150000"/>
              </a:lnSpc>
              <a:buNone/>
            </a:pP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776CD0F3-77A2-E482-9F59-462941CA9EF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EF328B9-B5B2-A4C8-C436-49616B481A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E96C34-B06E-814D-72EC-EF1F6BBFAAF7}"/>
              </a:ext>
            </a:extLst>
          </p:cNvPr>
          <p:cNvSpPr txBox="1"/>
          <p:nvPr/>
        </p:nvSpPr>
        <p:spPr>
          <a:xfrm>
            <a:off x="5981075" y="57036"/>
            <a:ext cx="6210925"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165989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D598E-DF37-8F87-A6B4-FC9A1726C1F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63E7DD6-BA5B-485F-33C7-A46B1C672C62}"/>
              </a:ext>
            </a:extLst>
          </p:cNvPr>
          <p:cNvSpPr>
            <a:spLocks noGrp="1"/>
          </p:cNvSpPr>
          <p:nvPr>
            <p:ph type="body" sz="quarter" idx="13"/>
          </p:nvPr>
        </p:nvSpPr>
        <p:spPr>
          <a:xfrm>
            <a:off x="255995" y="1271219"/>
            <a:ext cx="11706155" cy="4142989"/>
          </a:xfrm>
        </p:spPr>
        <p:txBody>
          <a:bodyPr/>
          <a:lstStyle/>
          <a:p>
            <a:pPr fontAlgn="t">
              <a:buNone/>
            </a:pPr>
            <a:r>
              <a:rPr lang="en-IN" b="0" dirty="0">
                <a:latin typeface="+mn-lt"/>
              </a:rPr>
              <a:t>[5] Kubernetes Documentation, </a:t>
            </a:r>
            <a:r>
              <a:rPr lang="en-IN" b="0" i="1" dirty="0">
                <a:latin typeface="+mn-lt"/>
              </a:rPr>
              <a:t>Self-Healing Applications</a:t>
            </a:r>
            <a:r>
              <a:rPr lang="en-IN" b="0" dirty="0">
                <a:latin typeface="+mn-lt"/>
              </a:rPr>
              <a:t>. Available: https://kubernetes.io/docs/concepts/architecture/self-healing/</a:t>
            </a:r>
          </a:p>
          <a:p>
            <a:pPr fontAlgn="t">
              <a:buNone/>
            </a:pPr>
            <a:r>
              <a:rPr lang="en-IN" b="0" dirty="0">
                <a:latin typeface="+mn-lt"/>
              </a:rPr>
              <a:t>[6] </a:t>
            </a:r>
            <a:r>
              <a:rPr lang="en-IN" b="0" dirty="0" err="1">
                <a:latin typeface="+mn-lt"/>
              </a:rPr>
              <a:t>ChromaDB</a:t>
            </a:r>
            <a:r>
              <a:rPr lang="en-IN" b="0" dirty="0">
                <a:latin typeface="+mn-lt"/>
              </a:rPr>
              <a:t> Documentation, </a:t>
            </a:r>
            <a:r>
              <a:rPr lang="en-IN" b="0" i="1" dirty="0">
                <a:latin typeface="+mn-lt"/>
              </a:rPr>
              <a:t>The Open-Source Embedding Database</a:t>
            </a:r>
            <a:r>
              <a:rPr lang="en-IN" b="0" dirty="0">
                <a:latin typeface="+mn-lt"/>
              </a:rPr>
              <a:t>. Available: https://docs.trychroma.com/</a:t>
            </a:r>
          </a:p>
          <a:p>
            <a:pPr fontAlgn="t">
              <a:buNone/>
            </a:pPr>
            <a:r>
              <a:rPr lang="en-IN" b="0" dirty="0">
                <a:latin typeface="+mn-lt"/>
              </a:rPr>
              <a:t>[7] </a:t>
            </a:r>
            <a:r>
              <a:rPr lang="en-IN" b="0" dirty="0" err="1">
                <a:latin typeface="+mn-lt"/>
              </a:rPr>
              <a:t>FastAPI</a:t>
            </a:r>
            <a:r>
              <a:rPr lang="en-IN" b="0" dirty="0">
                <a:latin typeface="+mn-lt"/>
              </a:rPr>
              <a:t> Documentation, </a:t>
            </a:r>
            <a:r>
              <a:rPr lang="en-IN" b="0" i="1" dirty="0" err="1">
                <a:latin typeface="+mn-lt"/>
              </a:rPr>
              <a:t>FastAPI</a:t>
            </a:r>
            <a:r>
              <a:rPr lang="en-IN" b="0" i="1" dirty="0">
                <a:latin typeface="+mn-lt"/>
              </a:rPr>
              <a:t>: Modern, Fast (High-Performance) Web Framework for Building APIs with Python</a:t>
            </a:r>
            <a:r>
              <a:rPr lang="en-IN" b="0" dirty="0">
                <a:latin typeface="+mn-lt"/>
              </a:rPr>
              <a:t>. Available: https://fastapi.tiangolo.com/</a:t>
            </a:r>
          </a:p>
          <a:p>
            <a:pPr fontAlgn="t">
              <a:buNone/>
            </a:pPr>
            <a:r>
              <a:rPr lang="en-IN" b="0" dirty="0">
                <a:latin typeface="+mn-lt"/>
              </a:rPr>
              <a:t>[8] </a:t>
            </a:r>
            <a:r>
              <a:rPr lang="en-IN" b="0" dirty="0" err="1">
                <a:latin typeface="+mn-lt"/>
              </a:rPr>
              <a:t>LangChain</a:t>
            </a:r>
            <a:r>
              <a:rPr lang="en-IN" b="0" dirty="0">
                <a:latin typeface="+mn-lt"/>
              </a:rPr>
              <a:t> Documentation, </a:t>
            </a:r>
            <a:r>
              <a:rPr lang="en-IN" b="0" i="1" dirty="0">
                <a:latin typeface="+mn-lt"/>
              </a:rPr>
              <a:t>Building Applications with Large Language Models</a:t>
            </a:r>
            <a:r>
              <a:rPr lang="en-IN" b="0" dirty="0">
                <a:latin typeface="+mn-lt"/>
              </a:rPr>
              <a:t>. Available: https://python.langchain.com/</a:t>
            </a:r>
          </a:p>
          <a:p>
            <a:pPr marL="0" indent="0">
              <a:lnSpc>
                <a:spcPct val="150000"/>
              </a:lnSpc>
              <a:buNone/>
            </a:pP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C9027C22-2E74-9EBA-1D2F-48101B7F8FF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 (Continuation)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8CE8E528-0C0C-6662-9734-8BA792F5743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492C186-0E65-61DF-51DF-AD4BAABFFA45}"/>
              </a:ext>
            </a:extLst>
          </p:cNvPr>
          <p:cNvSpPr txBox="1"/>
          <p:nvPr/>
        </p:nvSpPr>
        <p:spPr>
          <a:xfrm>
            <a:off x="5981075" y="57036"/>
            <a:ext cx="6210925"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1151625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EF043-477D-80D1-1D04-0CC1A0CF90D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76C0721-8395-6D60-9F94-0B790817D6F2}"/>
              </a:ext>
            </a:extLst>
          </p:cNvPr>
          <p:cNvSpPr>
            <a:spLocks noGrp="1"/>
          </p:cNvSpPr>
          <p:nvPr>
            <p:ph type="body" sz="quarter" idx="13"/>
          </p:nvPr>
        </p:nvSpPr>
        <p:spPr>
          <a:xfrm>
            <a:off x="255995" y="1271219"/>
            <a:ext cx="11706155" cy="4142989"/>
          </a:xfrm>
        </p:spPr>
        <p:txBody>
          <a:bodyPr/>
          <a:lstStyle/>
          <a:p>
            <a:pPr fontAlgn="t">
              <a:buNone/>
            </a:pPr>
            <a:r>
              <a:rPr lang="en-IN" b="0" dirty="0">
                <a:latin typeface="+mn-lt"/>
              </a:rPr>
              <a:t>[9] </a:t>
            </a:r>
            <a:r>
              <a:rPr lang="en-IN" b="0" dirty="0" err="1">
                <a:latin typeface="+mn-lt"/>
              </a:rPr>
              <a:t>Groq</a:t>
            </a:r>
            <a:r>
              <a:rPr lang="en-IN" b="0" dirty="0">
                <a:latin typeface="+mn-lt"/>
              </a:rPr>
              <a:t> Documentation, </a:t>
            </a:r>
            <a:r>
              <a:rPr lang="en-IN" b="0" i="1" dirty="0" err="1">
                <a:latin typeface="+mn-lt"/>
              </a:rPr>
              <a:t>Groq</a:t>
            </a:r>
            <a:r>
              <a:rPr lang="en-IN" b="0" i="1" dirty="0">
                <a:latin typeface="+mn-lt"/>
              </a:rPr>
              <a:t> API and LLM Inference Platform</a:t>
            </a:r>
            <a:r>
              <a:rPr lang="en-IN" b="0" dirty="0">
                <a:latin typeface="+mn-lt"/>
              </a:rPr>
              <a:t>. Available: https://console.groq.com/docs</a:t>
            </a:r>
          </a:p>
          <a:p>
            <a:pPr fontAlgn="t">
              <a:buNone/>
            </a:pPr>
            <a:r>
              <a:rPr lang="en-IN" b="0" dirty="0">
                <a:latin typeface="+mn-lt"/>
              </a:rPr>
              <a:t>[10] B. Beyer, C. Jones, J. </a:t>
            </a:r>
            <a:r>
              <a:rPr lang="en-IN" b="0" dirty="0" err="1">
                <a:latin typeface="+mn-lt"/>
              </a:rPr>
              <a:t>Petoff</a:t>
            </a:r>
            <a:r>
              <a:rPr lang="en-IN" b="0" dirty="0">
                <a:latin typeface="+mn-lt"/>
              </a:rPr>
              <a:t>, and N. R. Murphy, </a:t>
            </a:r>
            <a:r>
              <a:rPr lang="en-IN" b="0" i="1" dirty="0">
                <a:latin typeface="+mn-lt"/>
              </a:rPr>
              <a:t>Site Reliability Engineering: How Google Runs Production Systems</a:t>
            </a:r>
            <a:r>
              <a:rPr lang="en-IN" b="0" dirty="0">
                <a:latin typeface="+mn-lt"/>
              </a:rPr>
              <a:t>. Sebastopol, CA, USA: O’Reilly Media, 2016.</a:t>
            </a:r>
          </a:p>
          <a:p>
            <a:pPr fontAlgn="t">
              <a:buNone/>
            </a:pPr>
            <a:r>
              <a:rPr lang="en-IN" b="0" dirty="0">
                <a:latin typeface="+mn-lt"/>
              </a:rPr>
              <a:t>[11] B. Beyer, N. R. Murphy, D. K. </a:t>
            </a:r>
            <a:r>
              <a:rPr lang="en-IN" b="0" dirty="0" err="1">
                <a:latin typeface="+mn-lt"/>
              </a:rPr>
              <a:t>Rensin</a:t>
            </a:r>
            <a:r>
              <a:rPr lang="en-IN" b="0" dirty="0">
                <a:latin typeface="+mn-lt"/>
              </a:rPr>
              <a:t>, K. Kawahara, and S. Thorne, </a:t>
            </a:r>
            <a:r>
              <a:rPr lang="en-IN" b="0" i="1" dirty="0">
                <a:latin typeface="+mn-lt"/>
              </a:rPr>
              <a:t>The Site Reliability Workbook: Practical Ways to Implement SRE</a:t>
            </a:r>
            <a:r>
              <a:rPr lang="en-IN" b="0" dirty="0">
                <a:latin typeface="+mn-lt"/>
              </a:rPr>
              <a:t>. Sebastopol, CA, USA: O’Reilly Media, 2018.</a:t>
            </a:r>
          </a:p>
          <a:p>
            <a:pPr fontAlgn="t">
              <a:buNone/>
            </a:pPr>
            <a:r>
              <a:rPr lang="en-IN" b="0" dirty="0">
                <a:latin typeface="+mn-lt"/>
              </a:rPr>
              <a:t>[12] J. Dean and L. A. Barroso, “The Tail at Scale,” </a:t>
            </a:r>
            <a:r>
              <a:rPr lang="en-IN" b="0" i="1" dirty="0">
                <a:latin typeface="+mn-lt"/>
              </a:rPr>
              <a:t>Communications of the ACM</a:t>
            </a:r>
            <a:r>
              <a:rPr lang="en-IN" b="0" dirty="0">
                <a:latin typeface="+mn-lt"/>
              </a:rPr>
              <a:t>, vol. 56, no. 2, pp. 74–80, 2013.</a:t>
            </a:r>
          </a:p>
          <a:p>
            <a:pPr marL="0" indent="0">
              <a:lnSpc>
                <a:spcPct val="150000"/>
              </a:lnSpc>
              <a:buNone/>
            </a:pP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A94121E2-1F68-BA0B-819D-1E95AC1367F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 (Continuation)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FE5C4418-C4D0-59BE-3B6D-FC635FE0877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CA2FC3F-306C-9944-ACC9-4728A01ABE0A}"/>
              </a:ext>
            </a:extLst>
          </p:cNvPr>
          <p:cNvSpPr txBox="1"/>
          <p:nvPr/>
        </p:nvSpPr>
        <p:spPr>
          <a:xfrm>
            <a:off x="5981075" y="57036"/>
            <a:ext cx="6210925" cy="369332"/>
          </a:xfrm>
          <a:prstGeom prst="rect">
            <a:avLst/>
          </a:prstGeom>
          <a:noFill/>
        </p:spPr>
        <p:txBody>
          <a:bodyPr wrap="square" rtlCol="0">
            <a:spAutoFit/>
          </a:bodyPr>
          <a:lstStyle/>
          <a:p>
            <a:pPr algn="r"/>
            <a:r>
              <a:rPr lang="en-US" dirty="0">
                <a:solidFill>
                  <a:prstClr val="white"/>
                </a:solidFill>
                <a:cs typeface="Calibri" panose="020F0502020204030204" pitchFamily="34" charset="0"/>
              </a:rPr>
              <a:t>Real Time DevOps Incident Triage and Auto Remediation Agent</a:t>
            </a:r>
            <a:endParaRPr lang="en-US" i="1" dirty="0">
              <a:solidFill>
                <a:srgbClr val="FFFFFF"/>
              </a:solidFill>
            </a:endParaRPr>
          </a:p>
        </p:txBody>
      </p:sp>
    </p:spTree>
    <p:extLst>
      <p:ext uri="{BB962C8B-B14F-4D97-AF65-F5344CB8AC3E}">
        <p14:creationId xmlns:p14="http://schemas.microsoft.com/office/powerpoint/2010/main" val="873225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DBFAB-A52A-7A0D-BE28-13C0B41FD76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E38CEAF-1EFC-E07A-7B18-8B6E72274227}"/>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57B87524-BDDC-FE45-5121-E48916D73C79}"/>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9C1287D-CD5B-A7C5-D1D6-078D59298D47}"/>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05F1AF1C-FBA6-FA21-D802-DF0C63AB5A02}"/>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F0CDE7C3-E230-D6EB-B33D-A1B833147576}"/>
              </a:ext>
            </a:extLst>
          </p:cNvPr>
          <p:cNvSpPr txBox="1"/>
          <p:nvPr/>
        </p:nvSpPr>
        <p:spPr>
          <a:xfrm>
            <a:off x="180236" y="1659822"/>
            <a:ext cx="11428184" cy="57246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algn="ctr">
              <a:defRPr/>
            </a:pPr>
            <a:r>
              <a:rPr lang="en-IN" sz="3600" b="1" dirty="0">
                <a:solidFill>
                  <a:schemeClr val="bg1"/>
                </a:solidFill>
              </a:rPr>
              <a:t>Agentic AI-Based Project Health and Risk Monitoring System for Automated Project Governance</a:t>
            </a:r>
            <a:endParaRPr lang="en-US" sz="3600" b="1" dirty="0">
              <a:solidFill>
                <a:prstClr val="white"/>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Noel Jacob Biju</a:t>
            </a:r>
          </a:p>
          <a:p>
            <a:pPr lvl="0" algn="ctr">
              <a:defRPr/>
            </a:pPr>
            <a:r>
              <a:rPr lang="en-US" sz="2400" b="1" dirty="0">
                <a:solidFill>
                  <a:prstClr val="white"/>
                </a:solidFill>
                <a:cs typeface="Calibri" panose="020F0502020204030204" pitchFamily="34" charset="0"/>
              </a:rPr>
              <a:t>25MML1023</a:t>
            </a:r>
          </a:p>
          <a:p>
            <a:pPr lvl="0" algn="ctr">
              <a:defRPr/>
            </a:pPr>
            <a:r>
              <a:rPr lang="en-US" sz="2400" b="1" dirty="0">
                <a:solidFill>
                  <a:prstClr val="white"/>
                </a:solidFill>
                <a:cs typeface="Calibri" panose="020F0502020204030204" pitchFamily="34" charset="0"/>
              </a:rPr>
              <a:t>MTech AI&amp;ML with </a:t>
            </a:r>
            <a:r>
              <a:rPr lang="en-US" sz="2400" b="1" dirty="0" err="1">
                <a:solidFill>
                  <a:prstClr val="white"/>
                </a:solidFill>
                <a:cs typeface="Calibri" panose="020F0502020204030204" pitchFamily="34" charset="0"/>
              </a:rPr>
              <a:t>LTIMindtree</a:t>
            </a:r>
            <a:r>
              <a:rPr lang="en-US" sz="2400" b="1" dirty="0">
                <a:solidFill>
                  <a:prstClr val="white"/>
                </a:solidFill>
                <a:cs typeface="Calibri" panose="020F0502020204030204" pitchFamily="34" charset="0"/>
              </a:rPr>
              <a:t> </a:t>
            </a:r>
            <a:r>
              <a:rPr lang="en-US" sz="2400" b="1" dirty="0" err="1">
                <a:solidFill>
                  <a:prstClr val="white"/>
                </a:solidFill>
                <a:cs typeface="Calibri" panose="020F0502020204030204" pitchFamily="34" charset="0"/>
              </a:rPr>
              <a:t>collaboartion</a:t>
            </a:r>
            <a:endParaRPr lang="en-US" sz="2400" b="1" dirty="0">
              <a:solidFill>
                <a:prstClr val="white"/>
              </a:solidFill>
              <a:cs typeface="Calibri" panose="020F0502020204030204" pitchFamily="34" charset="0"/>
            </a:endParaRPr>
          </a:p>
          <a:p>
            <a:pPr lvl="0" algn="ctr">
              <a:defRPr/>
            </a:pPr>
            <a:r>
              <a:rPr lang="en-US" sz="2400" b="1" dirty="0">
                <a:solidFill>
                  <a:prstClr val="white"/>
                </a:solidFill>
                <a:cs typeface="Calibri" panose="020F0502020204030204" pitchFamily="34" charset="0"/>
              </a:rPr>
              <a:t>T9988</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5FE2BF32-7B67-1656-5997-D4D0C5DC9BB9}"/>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80057B1B-A255-87DF-C76E-2D854AD147EE}"/>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3D448C10-1C64-8FB9-1232-D14FE7C42467}"/>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603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88D8D-69C9-C702-A305-5BDC9E4F444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9B035D2-DF5F-2C19-7988-219D380A7CF5}"/>
              </a:ext>
            </a:extLst>
          </p:cNvPr>
          <p:cNvSpPr>
            <a:spLocks noGrp="1"/>
          </p:cNvSpPr>
          <p:nvPr>
            <p:ph type="body" sz="quarter" idx="13"/>
          </p:nvPr>
        </p:nvSpPr>
        <p:spPr>
          <a:xfrm>
            <a:off x="255996" y="1271219"/>
            <a:ext cx="11936004" cy="4142989"/>
          </a:xfrm>
        </p:spPr>
        <p:txBody>
          <a:bodyPr/>
          <a:lstStyle/>
          <a:p>
            <a:pPr marL="342900" lvl="0" indent="-342900" fontAlgn="t"/>
            <a:r>
              <a:rPr lang="en-IN" b="0" dirty="0">
                <a:latin typeface="+mn-lt"/>
              </a:rPr>
              <a:t>Project governance is essential for ensuring successful project execution, timely delivery, and effective decision-making.</a:t>
            </a:r>
          </a:p>
          <a:p>
            <a:pPr marL="342900" lvl="0" indent="-342900" fontAlgn="t"/>
            <a:r>
              <a:rPr lang="en-IN" b="0" dirty="0">
                <a:latin typeface="+mn-lt"/>
              </a:rPr>
              <a:t>Traditional project monitoring methods are often manual, time-consuming, and inefficient in identifying risks and project issues.</a:t>
            </a:r>
          </a:p>
          <a:p>
            <a:pPr marL="342900" lvl="0" indent="-342900" fontAlgn="t"/>
            <a:r>
              <a:rPr lang="en-IN" b="0" dirty="0">
                <a:latin typeface="+mn-lt"/>
              </a:rPr>
              <a:t>The proposed system uses </a:t>
            </a:r>
            <a:r>
              <a:rPr lang="en-IN" dirty="0">
                <a:latin typeface="+mn-lt"/>
              </a:rPr>
              <a:t>Agentic AI</a:t>
            </a:r>
            <a:r>
              <a:rPr lang="en-IN" b="0" dirty="0">
                <a:latin typeface="+mn-lt"/>
              </a:rPr>
              <a:t> and a </a:t>
            </a:r>
            <a:r>
              <a:rPr lang="en-IN" dirty="0">
                <a:latin typeface="+mn-lt"/>
              </a:rPr>
              <a:t>multi-agent architecture</a:t>
            </a:r>
            <a:r>
              <a:rPr lang="en-IN" b="0" dirty="0">
                <a:latin typeface="+mn-lt"/>
              </a:rPr>
              <a:t> to automate project health assessment, risk analysis, recommendation generation, executive reporting, and governance evaluation.</a:t>
            </a:r>
          </a:p>
          <a:p>
            <a:pPr marL="342900" lvl="0" indent="-342900" fontAlgn="t"/>
            <a:r>
              <a:rPr lang="en-IN" b="0" dirty="0">
                <a:latin typeface="+mn-lt"/>
              </a:rPr>
              <a:t>Developed using </a:t>
            </a:r>
            <a:r>
              <a:rPr lang="en-IN" dirty="0">
                <a:latin typeface="+mn-lt"/>
              </a:rPr>
              <a:t>Python, </a:t>
            </a:r>
            <a:r>
              <a:rPr lang="en-IN" dirty="0" err="1">
                <a:latin typeface="+mn-lt"/>
              </a:rPr>
              <a:t>Streamlit</a:t>
            </a:r>
            <a:r>
              <a:rPr lang="en-IN" dirty="0">
                <a:latin typeface="+mn-lt"/>
              </a:rPr>
              <a:t>, Pandas, </a:t>
            </a:r>
            <a:r>
              <a:rPr lang="en-IN" dirty="0" err="1">
                <a:latin typeface="+mn-lt"/>
              </a:rPr>
              <a:t>Ollama</a:t>
            </a:r>
            <a:r>
              <a:rPr lang="en-IN" dirty="0">
                <a:latin typeface="+mn-lt"/>
              </a:rPr>
              <a:t>, and Llama 3</a:t>
            </a:r>
            <a:r>
              <a:rPr lang="en-IN" b="0" dirty="0">
                <a:latin typeface="+mn-lt"/>
              </a:rPr>
              <a:t>, the system </a:t>
            </a:r>
            <a:r>
              <a:rPr lang="en-IN" b="0" dirty="0" err="1">
                <a:latin typeface="+mn-lt"/>
              </a:rPr>
              <a:t>analyzes</a:t>
            </a:r>
            <a:r>
              <a:rPr lang="en-IN" b="0" dirty="0">
                <a:latin typeface="+mn-lt"/>
              </a:rPr>
              <a:t> Excel-based project data to generate actionable insights.</a:t>
            </a:r>
          </a:p>
          <a:p>
            <a:pPr marL="342900" lvl="0" indent="-342900" fontAlgn="t"/>
            <a:r>
              <a:rPr lang="en-IN" b="0" dirty="0">
                <a:latin typeface="+mn-lt"/>
              </a:rPr>
              <a:t>The solution supports automated report generation and stakeholder communication, enabling proactive project management and improved project governance.</a:t>
            </a:r>
          </a:p>
          <a:p>
            <a:pPr marL="0" lvl="0" indent="0" fontAlgn="t">
              <a:buNone/>
            </a:pPr>
            <a:endParaRPr lang="en-IN" b="0" dirty="0">
              <a:latin typeface="+mn-lt"/>
            </a:endParaRPr>
          </a:p>
        </p:txBody>
      </p:sp>
      <p:sp>
        <p:nvSpPr>
          <p:cNvPr id="3" name="TextBox 2">
            <a:extLst>
              <a:ext uri="{FF2B5EF4-FFF2-40B4-BE49-F238E27FC236}">
                <a16:creationId xmlns:a16="http://schemas.microsoft.com/office/drawing/2014/main" id="{22DF01E0-C055-4793-CB3C-CDB36BBD7C9B}"/>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69E5212A-92C8-F44D-5697-AA3F3F6FBF9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9DE92E-CC28-A2BD-B13B-9A5A9B79344D}"/>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spTree>
    <p:extLst>
      <p:ext uri="{BB962C8B-B14F-4D97-AF65-F5344CB8AC3E}">
        <p14:creationId xmlns:p14="http://schemas.microsoft.com/office/powerpoint/2010/main" val="950705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87460-B99B-E197-C039-7BCC30094A0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2DDC7A-49B6-8B67-52AC-E6D7B68262F8}"/>
              </a:ext>
            </a:extLst>
          </p:cNvPr>
          <p:cNvSpPr>
            <a:spLocks noGrp="1"/>
          </p:cNvSpPr>
          <p:nvPr>
            <p:ph type="body" sz="quarter" idx="13"/>
          </p:nvPr>
        </p:nvSpPr>
        <p:spPr>
          <a:xfrm>
            <a:off x="255996" y="1271219"/>
            <a:ext cx="12320752" cy="4142989"/>
          </a:xfrm>
        </p:spPr>
        <p:txBody>
          <a:bodyPr/>
          <a:lstStyle/>
          <a:p>
            <a:pPr marL="342900" lvl="0" indent="-342900" fontAlgn="t"/>
            <a:r>
              <a:rPr lang="en-IN" b="0" dirty="0"/>
              <a:t>Assess project health through intelligent data-driven analysis.</a:t>
            </a:r>
          </a:p>
          <a:p>
            <a:pPr marL="342900" lvl="0" indent="-342900" fontAlgn="t"/>
            <a:r>
              <a:rPr lang="en-IN" b="0" dirty="0"/>
              <a:t>Identify and evaluate potential project risks.</a:t>
            </a:r>
          </a:p>
          <a:p>
            <a:pPr marL="342900" lvl="0" indent="-342900" fontAlgn="t"/>
            <a:r>
              <a:rPr lang="en-IN" b="0" dirty="0"/>
              <a:t>Generate recommendations to support informed decision-making.</a:t>
            </a:r>
          </a:p>
          <a:p>
            <a:pPr marL="342900" lvl="0" indent="-342900" fontAlgn="t"/>
            <a:r>
              <a:rPr lang="en-IN" b="0" dirty="0"/>
              <a:t>Facilitate governance assessment and performance monitoring.</a:t>
            </a:r>
          </a:p>
          <a:p>
            <a:pPr marL="342900" lvl="0" indent="-342900" fontAlgn="t"/>
            <a:r>
              <a:rPr lang="en-IN" b="0" dirty="0"/>
              <a:t>Enable automated reporting and stakeholder communication.</a:t>
            </a:r>
          </a:p>
          <a:p>
            <a:pPr marL="0" indent="0">
              <a:lnSpc>
                <a:spcPct val="150000"/>
              </a:lnSpc>
              <a:buNone/>
            </a:pP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30FC8559-02EE-297A-EFFD-4D15C5C70AC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D7D3F129-E0F8-45A6-0C42-5C0851AC1C2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84F52A3-0735-0856-8885-67F6E8FBE45D}"/>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spTree>
    <p:extLst>
      <p:ext uri="{BB962C8B-B14F-4D97-AF65-F5344CB8AC3E}">
        <p14:creationId xmlns:p14="http://schemas.microsoft.com/office/powerpoint/2010/main" val="1167296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ECF1D-4158-B4FB-7F3E-B94D60978B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29EA9A-8C2A-D9B7-FF58-C750145F0A6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0377E63-3CF9-456D-67E8-FBF961493ECB}"/>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9287BC0-AC42-3BA3-A9EA-3EB2B1EAC449}"/>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graphicFrame>
        <p:nvGraphicFramePr>
          <p:cNvPr id="5" name="Table 4">
            <a:extLst>
              <a:ext uri="{FF2B5EF4-FFF2-40B4-BE49-F238E27FC236}">
                <a16:creationId xmlns:a16="http://schemas.microsoft.com/office/drawing/2014/main" id="{710E5BD4-805F-CBB0-30A0-50996013D7C1}"/>
              </a:ext>
            </a:extLst>
          </p:cNvPr>
          <p:cNvGraphicFramePr>
            <a:graphicFrameLocks noGrp="1"/>
          </p:cNvGraphicFramePr>
          <p:nvPr>
            <p:extLst>
              <p:ext uri="{D42A27DB-BD31-4B8C-83A1-F6EECF244321}">
                <p14:modId xmlns:p14="http://schemas.microsoft.com/office/powerpoint/2010/main" val="2057608770"/>
              </p:ext>
            </p:extLst>
          </p:nvPr>
        </p:nvGraphicFramePr>
        <p:xfrm>
          <a:off x="1124261" y="1234637"/>
          <a:ext cx="10957812" cy="5241107"/>
        </p:xfrm>
        <a:graphic>
          <a:graphicData uri="http://schemas.openxmlformats.org/drawingml/2006/table">
            <a:tbl>
              <a:tblPr>
                <a:tableStyleId>{2D5ABB26-0587-4C30-8999-92F81FD0307C}</a:tableStyleId>
              </a:tblPr>
              <a:tblGrid>
                <a:gridCol w="5478906">
                  <a:extLst>
                    <a:ext uri="{9D8B030D-6E8A-4147-A177-3AD203B41FA5}">
                      <a16:colId xmlns:a16="http://schemas.microsoft.com/office/drawing/2014/main" val="3820518015"/>
                    </a:ext>
                  </a:extLst>
                </a:gridCol>
                <a:gridCol w="5478906">
                  <a:extLst>
                    <a:ext uri="{9D8B030D-6E8A-4147-A177-3AD203B41FA5}">
                      <a16:colId xmlns:a16="http://schemas.microsoft.com/office/drawing/2014/main" val="1971903385"/>
                    </a:ext>
                  </a:extLst>
                </a:gridCol>
              </a:tblGrid>
              <a:tr h="282757">
                <a:tc>
                  <a:txBody>
                    <a:bodyPr/>
                    <a:lstStyle/>
                    <a:p>
                      <a:pPr>
                        <a:buNone/>
                      </a:pPr>
                      <a:r>
                        <a:rPr lang="en-IN" sz="1300"/>
                        <a:t>Module Name</a:t>
                      </a:r>
                      <a:endParaRPr lang="en-IN" sz="1300">
                        <a:latin typeface="+mn-lt"/>
                      </a:endParaRPr>
                    </a:p>
                  </a:txBody>
                  <a:tcPr marL="64787" marR="64787" marT="32394" marB="32394" anchor="ctr"/>
                </a:tc>
                <a:tc>
                  <a:txBody>
                    <a:bodyPr/>
                    <a:lstStyle/>
                    <a:p>
                      <a:pPr>
                        <a:buNone/>
                      </a:pPr>
                      <a:r>
                        <a:rPr lang="en-IN" sz="1300"/>
                        <a:t>Description</a:t>
                      </a:r>
                      <a:endParaRPr lang="en-IN" sz="1300">
                        <a:latin typeface="+mn-lt"/>
                      </a:endParaRPr>
                    </a:p>
                  </a:txBody>
                  <a:tcPr marL="64787" marR="64787" marT="32394" marB="32394" anchor="ctr"/>
                </a:tc>
                <a:extLst>
                  <a:ext uri="{0D108BD9-81ED-4DB2-BD59-A6C34878D82A}">
                    <a16:rowId xmlns:a16="http://schemas.microsoft.com/office/drawing/2014/main" val="314305773"/>
                  </a:ext>
                </a:extLst>
              </a:tr>
              <a:tr h="495835">
                <a:tc>
                  <a:txBody>
                    <a:bodyPr/>
                    <a:lstStyle/>
                    <a:p>
                      <a:pPr>
                        <a:buNone/>
                      </a:pPr>
                      <a:r>
                        <a:rPr lang="en-IN" sz="1300"/>
                        <a:t>Project Data Management Module</a:t>
                      </a:r>
                      <a:endParaRPr lang="en-IN" sz="1300">
                        <a:latin typeface="+mn-lt"/>
                      </a:endParaRPr>
                    </a:p>
                  </a:txBody>
                  <a:tcPr marL="64787" marR="64787" marT="32394" marB="32394" anchor="ctr"/>
                </a:tc>
                <a:tc>
                  <a:txBody>
                    <a:bodyPr/>
                    <a:lstStyle/>
                    <a:p>
                      <a:pPr>
                        <a:buNone/>
                      </a:pPr>
                      <a:r>
                        <a:rPr lang="en-IN" sz="1300"/>
                        <a:t>Collects, validates, and manages project data from Excel-based trackers.</a:t>
                      </a:r>
                      <a:endParaRPr lang="en-IN" sz="1300">
                        <a:latin typeface="+mn-lt"/>
                      </a:endParaRPr>
                    </a:p>
                  </a:txBody>
                  <a:tcPr marL="64787" marR="64787" marT="32394" marB="32394" anchor="ctr"/>
                </a:tc>
                <a:extLst>
                  <a:ext uri="{0D108BD9-81ED-4DB2-BD59-A6C34878D82A}">
                    <a16:rowId xmlns:a16="http://schemas.microsoft.com/office/drawing/2014/main" val="386521881"/>
                  </a:ext>
                </a:extLst>
              </a:tr>
              <a:tr h="495835">
                <a:tc>
                  <a:txBody>
                    <a:bodyPr/>
                    <a:lstStyle/>
                    <a:p>
                      <a:pPr>
                        <a:buNone/>
                      </a:pPr>
                      <a:r>
                        <a:rPr lang="en-IN" sz="1300" dirty="0"/>
                        <a:t>Project Health Assessment Module</a:t>
                      </a:r>
                      <a:endParaRPr lang="en-IN" sz="1300" dirty="0">
                        <a:latin typeface="+mn-lt"/>
                      </a:endParaRPr>
                    </a:p>
                  </a:txBody>
                  <a:tcPr marL="64787" marR="64787" marT="32394" marB="32394" anchor="ctr"/>
                </a:tc>
                <a:tc>
                  <a:txBody>
                    <a:bodyPr/>
                    <a:lstStyle/>
                    <a:p>
                      <a:pPr>
                        <a:buNone/>
                      </a:pPr>
                      <a:r>
                        <a:rPr lang="en-IN" sz="1300"/>
                        <a:t>Evaluates overall project health based on project status and performance indicators.</a:t>
                      </a:r>
                      <a:endParaRPr lang="en-IN" sz="1300">
                        <a:latin typeface="+mn-lt"/>
                      </a:endParaRPr>
                    </a:p>
                  </a:txBody>
                  <a:tcPr marL="64787" marR="64787" marT="32394" marB="32394" anchor="ctr"/>
                </a:tc>
                <a:extLst>
                  <a:ext uri="{0D108BD9-81ED-4DB2-BD59-A6C34878D82A}">
                    <a16:rowId xmlns:a16="http://schemas.microsoft.com/office/drawing/2014/main" val="671047227"/>
                  </a:ext>
                </a:extLst>
              </a:tr>
              <a:tr h="495835">
                <a:tc>
                  <a:txBody>
                    <a:bodyPr/>
                    <a:lstStyle/>
                    <a:p>
                      <a:pPr>
                        <a:buNone/>
                      </a:pPr>
                      <a:r>
                        <a:rPr lang="en-IN" sz="1300"/>
                        <a:t>Risk Analysis Module</a:t>
                      </a:r>
                      <a:endParaRPr lang="en-IN" sz="1300">
                        <a:latin typeface="+mn-lt"/>
                      </a:endParaRPr>
                    </a:p>
                  </a:txBody>
                  <a:tcPr marL="64787" marR="64787" marT="32394" marB="32394" anchor="ctr"/>
                </a:tc>
                <a:tc>
                  <a:txBody>
                    <a:bodyPr/>
                    <a:lstStyle/>
                    <a:p>
                      <a:pPr>
                        <a:buNone/>
                      </a:pPr>
                      <a:r>
                        <a:rPr lang="en-IN" sz="1300"/>
                        <a:t>Identifies and assesses potential risks affecting project execution and outcomes.</a:t>
                      </a:r>
                      <a:endParaRPr lang="en-IN" sz="1300">
                        <a:latin typeface="+mn-lt"/>
                      </a:endParaRPr>
                    </a:p>
                  </a:txBody>
                  <a:tcPr marL="64787" marR="64787" marT="32394" marB="32394" anchor="ctr"/>
                </a:tc>
                <a:extLst>
                  <a:ext uri="{0D108BD9-81ED-4DB2-BD59-A6C34878D82A}">
                    <a16:rowId xmlns:a16="http://schemas.microsoft.com/office/drawing/2014/main" val="1774688239"/>
                  </a:ext>
                </a:extLst>
              </a:tr>
              <a:tr h="495835">
                <a:tc>
                  <a:txBody>
                    <a:bodyPr/>
                    <a:lstStyle/>
                    <a:p>
                      <a:pPr>
                        <a:buNone/>
                      </a:pPr>
                      <a:r>
                        <a:rPr lang="en-IN" sz="1300"/>
                        <a:t>Recommendation Generation Module</a:t>
                      </a:r>
                      <a:endParaRPr lang="en-IN" sz="1300">
                        <a:latin typeface="+mn-lt"/>
                      </a:endParaRPr>
                    </a:p>
                  </a:txBody>
                  <a:tcPr marL="64787" marR="64787" marT="32394" marB="32394" anchor="ctr"/>
                </a:tc>
                <a:tc>
                  <a:txBody>
                    <a:bodyPr/>
                    <a:lstStyle/>
                    <a:p>
                      <a:pPr>
                        <a:buNone/>
                      </a:pPr>
                      <a:r>
                        <a:rPr lang="en-IN" sz="1300"/>
                        <a:t>Generates actionable recommendations to mitigate risks and improve project performance.</a:t>
                      </a:r>
                      <a:endParaRPr lang="en-IN" sz="1300">
                        <a:latin typeface="+mn-lt"/>
                      </a:endParaRPr>
                    </a:p>
                  </a:txBody>
                  <a:tcPr marL="64787" marR="64787" marT="32394" marB="32394" anchor="ctr"/>
                </a:tc>
                <a:extLst>
                  <a:ext uri="{0D108BD9-81ED-4DB2-BD59-A6C34878D82A}">
                    <a16:rowId xmlns:a16="http://schemas.microsoft.com/office/drawing/2014/main" val="418397868"/>
                  </a:ext>
                </a:extLst>
              </a:tr>
              <a:tr h="495835">
                <a:tc>
                  <a:txBody>
                    <a:bodyPr/>
                    <a:lstStyle/>
                    <a:p>
                      <a:pPr>
                        <a:buNone/>
                      </a:pPr>
                      <a:r>
                        <a:rPr lang="en-IN" sz="1300"/>
                        <a:t>Executive Reporting Module</a:t>
                      </a:r>
                      <a:endParaRPr lang="en-IN" sz="1300">
                        <a:latin typeface="+mn-lt"/>
                      </a:endParaRPr>
                    </a:p>
                  </a:txBody>
                  <a:tcPr marL="64787" marR="64787" marT="32394" marB="32394" anchor="ctr"/>
                </a:tc>
                <a:tc>
                  <a:txBody>
                    <a:bodyPr/>
                    <a:lstStyle/>
                    <a:p>
                      <a:pPr>
                        <a:buNone/>
                      </a:pPr>
                      <a:r>
                        <a:rPr lang="en-IN" sz="1300" dirty="0"/>
                        <a:t>Produces concise reports and summaries for management and stakeholder review.</a:t>
                      </a:r>
                      <a:endParaRPr lang="en-IN" sz="1300" dirty="0">
                        <a:latin typeface="+mn-lt"/>
                      </a:endParaRPr>
                    </a:p>
                  </a:txBody>
                  <a:tcPr marL="64787" marR="64787" marT="32394" marB="32394" anchor="ctr"/>
                </a:tc>
                <a:extLst>
                  <a:ext uri="{0D108BD9-81ED-4DB2-BD59-A6C34878D82A}">
                    <a16:rowId xmlns:a16="http://schemas.microsoft.com/office/drawing/2014/main" val="1638763963"/>
                  </a:ext>
                </a:extLst>
              </a:tr>
              <a:tr h="495835">
                <a:tc>
                  <a:txBody>
                    <a:bodyPr/>
                    <a:lstStyle/>
                    <a:p>
                      <a:pPr>
                        <a:buNone/>
                      </a:pPr>
                      <a:r>
                        <a:rPr lang="en-IN" sz="1300"/>
                        <a:t>Project Governance Assessment Module</a:t>
                      </a:r>
                      <a:endParaRPr lang="en-IN" sz="1300">
                        <a:latin typeface="+mn-lt"/>
                      </a:endParaRPr>
                    </a:p>
                  </a:txBody>
                  <a:tcPr marL="64787" marR="64787" marT="32394" marB="32394" anchor="ctr"/>
                </a:tc>
                <a:tc>
                  <a:txBody>
                    <a:bodyPr/>
                    <a:lstStyle/>
                    <a:p>
                      <a:pPr>
                        <a:buNone/>
                      </a:pPr>
                      <a:r>
                        <a:rPr lang="en-IN" sz="1300"/>
                        <a:t>Evaluates governance compliance and project oversight effectiveness.</a:t>
                      </a:r>
                      <a:endParaRPr lang="en-IN" sz="1300">
                        <a:latin typeface="+mn-lt"/>
                      </a:endParaRPr>
                    </a:p>
                  </a:txBody>
                  <a:tcPr marL="64787" marR="64787" marT="32394" marB="32394" anchor="ctr"/>
                </a:tc>
                <a:extLst>
                  <a:ext uri="{0D108BD9-81ED-4DB2-BD59-A6C34878D82A}">
                    <a16:rowId xmlns:a16="http://schemas.microsoft.com/office/drawing/2014/main" val="3616912400"/>
                  </a:ext>
                </a:extLst>
              </a:tr>
              <a:tr h="495835">
                <a:tc>
                  <a:txBody>
                    <a:bodyPr/>
                    <a:lstStyle/>
                    <a:p>
                      <a:pPr>
                        <a:buNone/>
                      </a:pPr>
                      <a:r>
                        <a:rPr lang="en-IN" sz="1300"/>
                        <a:t>Automated Report Distribution Module</a:t>
                      </a:r>
                      <a:endParaRPr lang="en-IN" sz="1300">
                        <a:latin typeface="+mn-lt"/>
                      </a:endParaRPr>
                    </a:p>
                  </a:txBody>
                  <a:tcPr marL="64787" marR="64787" marT="32394" marB="32394" anchor="ctr"/>
                </a:tc>
                <a:tc>
                  <a:txBody>
                    <a:bodyPr/>
                    <a:lstStyle/>
                    <a:p>
                      <a:pPr>
                        <a:buNone/>
                      </a:pPr>
                      <a:r>
                        <a:rPr lang="en-IN" sz="1300"/>
                        <a:t>Distributes generated reports to stakeholders through email notifications.</a:t>
                      </a:r>
                      <a:endParaRPr lang="en-IN" sz="1300">
                        <a:latin typeface="+mn-lt"/>
                      </a:endParaRPr>
                    </a:p>
                  </a:txBody>
                  <a:tcPr marL="64787" marR="64787" marT="32394" marB="32394" anchor="ctr"/>
                </a:tc>
                <a:extLst>
                  <a:ext uri="{0D108BD9-81ED-4DB2-BD59-A6C34878D82A}">
                    <a16:rowId xmlns:a16="http://schemas.microsoft.com/office/drawing/2014/main" val="819921772"/>
                  </a:ext>
                </a:extLst>
              </a:tr>
              <a:tr h="495835">
                <a:tc>
                  <a:txBody>
                    <a:bodyPr/>
                    <a:lstStyle/>
                    <a:p>
                      <a:pPr>
                        <a:buNone/>
                      </a:pPr>
                      <a:r>
                        <a:rPr lang="en-IN" sz="1300"/>
                        <a:t>Dashboard and Visualization Module</a:t>
                      </a:r>
                      <a:endParaRPr lang="en-IN" sz="1300">
                        <a:latin typeface="+mn-lt"/>
                      </a:endParaRPr>
                    </a:p>
                  </a:txBody>
                  <a:tcPr marL="64787" marR="64787" marT="32394" marB="32394" anchor="ctr"/>
                </a:tc>
                <a:tc>
                  <a:txBody>
                    <a:bodyPr/>
                    <a:lstStyle/>
                    <a:p>
                      <a:pPr>
                        <a:buNone/>
                      </a:pPr>
                      <a:r>
                        <a:rPr lang="en-IN" sz="1300"/>
                        <a:t>Presents project metrics, analysis results, and insights through an interactive dashboard.</a:t>
                      </a:r>
                      <a:endParaRPr lang="en-IN" sz="1300">
                        <a:latin typeface="+mn-lt"/>
                      </a:endParaRPr>
                    </a:p>
                  </a:txBody>
                  <a:tcPr marL="64787" marR="64787" marT="32394" marB="32394" anchor="ctr"/>
                </a:tc>
                <a:extLst>
                  <a:ext uri="{0D108BD9-81ED-4DB2-BD59-A6C34878D82A}">
                    <a16:rowId xmlns:a16="http://schemas.microsoft.com/office/drawing/2014/main" val="3092302982"/>
                  </a:ext>
                </a:extLst>
              </a:tr>
              <a:tr h="495835">
                <a:tc>
                  <a:txBody>
                    <a:bodyPr/>
                    <a:lstStyle/>
                    <a:p>
                      <a:pPr>
                        <a:buNone/>
                      </a:pPr>
                      <a:r>
                        <a:rPr lang="en-IN" sz="1300"/>
                        <a:t>Multi-Agent AI Processing Module</a:t>
                      </a:r>
                      <a:endParaRPr lang="en-IN" sz="1300">
                        <a:latin typeface="+mn-lt"/>
                      </a:endParaRPr>
                    </a:p>
                  </a:txBody>
                  <a:tcPr marL="64787" marR="64787" marT="32394" marB="32394" anchor="ctr"/>
                </a:tc>
                <a:tc>
                  <a:txBody>
                    <a:bodyPr/>
                    <a:lstStyle/>
                    <a:p>
                      <a:pPr>
                        <a:buNone/>
                      </a:pPr>
                      <a:r>
                        <a:rPr lang="en-IN" sz="1300"/>
                        <a:t>Coordinates multiple AI agents to perform specialized project analysis tasks.</a:t>
                      </a:r>
                      <a:endParaRPr lang="en-IN" sz="1300">
                        <a:latin typeface="+mn-lt"/>
                      </a:endParaRPr>
                    </a:p>
                  </a:txBody>
                  <a:tcPr marL="64787" marR="64787" marT="32394" marB="32394" anchor="ctr"/>
                </a:tc>
                <a:extLst>
                  <a:ext uri="{0D108BD9-81ED-4DB2-BD59-A6C34878D82A}">
                    <a16:rowId xmlns:a16="http://schemas.microsoft.com/office/drawing/2014/main" val="1316937892"/>
                  </a:ext>
                </a:extLst>
              </a:tr>
              <a:tr h="495835">
                <a:tc>
                  <a:txBody>
                    <a:bodyPr/>
                    <a:lstStyle/>
                    <a:p>
                      <a:pPr>
                        <a:buNone/>
                      </a:pPr>
                      <a:r>
                        <a:rPr lang="en-IN" sz="1300"/>
                        <a:t>Stakeholder Communication Module</a:t>
                      </a:r>
                      <a:endParaRPr lang="en-IN" sz="1300">
                        <a:latin typeface="+mn-lt"/>
                      </a:endParaRPr>
                    </a:p>
                  </a:txBody>
                  <a:tcPr marL="64787" marR="64787" marT="32394" marB="32394" anchor="ctr"/>
                </a:tc>
                <a:tc>
                  <a:txBody>
                    <a:bodyPr/>
                    <a:lstStyle/>
                    <a:p>
                      <a:pPr>
                        <a:buNone/>
                      </a:pPr>
                      <a:r>
                        <a:rPr lang="en-IN" sz="1300" dirty="0"/>
                        <a:t>Facilitates timely communication of project insights and governance updates to stakeholders.</a:t>
                      </a:r>
                      <a:endParaRPr lang="en-IN" sz="1300" dirty="0">
                        <a:latin typeface="+mn-lt"/>
                      </a:endParaRPr>
                    </a:p>
                  </a:txBody>
                  <a:tcPr marL="64787" marR="64787" marT="32394" marB="32394" anchor="ctr"/>
                </a:tc>
                <a:extLst>
                  <a:ext uri="{0D108BD9-81ED-4DB2-BD59-A6C34878D82A}">
                    <a16:rowId xmlns:a16="http://schemas.microsoft.com/office/drawing/2014/main" val="82954103"/>
                  </a:ext>
                </a:extLst>
              </a:tr>
            </a:tbl>
          </a:graphicData>
        </a:graphic>
      </p:graphicFrame>
    </p:spTree>
    <p:extLst>
      <p:ext uri="{BB962C8B-B14F-4D97-AF65-F5344CB8AC3E}">
        <p14:creationId xmlns:p14="http://schemas.microsoft.com/office/powerpoint/2010/main" val="1962107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825C7-ED8D-ED01-D3F6-332E9741F72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981DAC0-4016-FE6B-B76D-4A927821F51D}"/>
              </a:ext>
            </a:extLst>
          </p:cNvPr>
          <p:cNvSpPr>
            <a:spLocks noGrp="1"/>
          </p:cNvSpPr>
          <p:nvPr>
            <p:ph type="body" sz="quarter" idx="13"/>
          </p:nvPr>
        </p:nvSpPr>
        <p:spPr>
          <a:xfrm>
            <a:off x="255996" y="1271219"/>
            <a:ext cx="11936004" cy="4142989"/>
          </a:xfrm>
        </p:spPr>
        <p:txBody>
          <a:bodyPr/>
          <a:lstStyle/>
          <a:p>
            <a:pPr marL="342900" lvl="0" indent="-342900" fontAlgn="t"/>
            <a:r>
              <a:rPr lang="en-IN" b="0" dirty="0"/>
              <a:t>Manual project monitoring makes tracking project performance and progress challenging.</a:t>
            </a:r>
          </a:p>
          <a:p>
            <a:pPr marL="342900" lvl="0" indent="-342900" fontAlgn="t"/>
            <a:r>
              <a:rPr lang="en-IN" b="0" dirty="0"/>
              <a:t>Delayed risk identification can lead to schedule overruns and project failures.</a:t>
            </a:r>
          </a:p>
          <a:p>
            <a:pPr marL="342900" lvl="0" indent="-342900" fontAlgn="t"/>
            <a:r>
              <a:rPr lang="en-IN" b="0" dirty="0"/>
              <a:t>Lack of real-time insights hinders timely decision-making and corrective actions.</a:t>
            </a:r>
          </a:p>
          <a:p>
            <a:pPr marL="342900" lvl="0" indent="-342900" fontAlgn="t"/>
            <a:r>
              <a:rPr lang="en-IN" b="0" dirty="0"/>
              <a:t>Governance and reporting activities often require significant manual effort and resources.</a:t>
            </a:r>
          </a:p>
          <a:p>
            <a:pPr marL="342900" lvl="0" indent="-342900" fontAlgn="t"/>
            <a:r>
              <a:rPr lang="en-IN" b="0" dirty="0"/>
              <a:t>Inefficient stakeholder communication can impact project transparency and accountability.</a:t>
            </a:r>
          </a:p>
          <a:p>
            <a:pPr marL="342900" lvl="0" indent="-342900" fontAlgn="t"/>
            <a:r>
              <a:rPr lang="en-IN" b="0" dirty="0"/>
              <a:t>An intelligent automated solution is needed to support project health assessment, risk management, and governance activities.</a:t>
            </a:r>
          </a:p>
          <a:p>
            <a:pPr marL="342900" lvl="0" indent="-342900" fontAlgn="t"/>
            <a:endParaRPr lang="en-IN" b="0" dirty="0"/>
          </a:p>
        </p:txBody>
      </p:sp>
      <p:sp>
        <p:nvSpPr>
          <p:cNvPr id="3" name="TextBox 2">
            <a:extLst>
              <a:ext uri="{FF2B5EF4-FFF2-40B4-BE49-F238E27FC236}">
                <a16:creationId xmlns:a16="http://schemas.microsoft.com/office/drawing/2014/main" id="{70DABEB8-860A-9894-702A-40A160CA70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 </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932A73C5-FA3F-3235-B167-8DE5D5D7040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74C8CC8-D55B-BA1D-64E4-A79F2D6B8535}"/>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spTree>
    <p:extLst>
      <p:ext uri="{BB962C8B-B14F-4D97-AF65-F5344CB8AC3E}">
        <p14:creationId xmlns:p14="http://schemas.microsoft.com/office/powerpoint/2010/main" val="2008436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1C0FB-C71D-4E9D-B357-850F1177C80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34E0886-87A4-C60E-14F3-C068CE38B72D}"/>
              </a:ext>
            </a:extLst>
          </p:cNvPr>
          <p:cNvSpPr>
            <a:spLocks noGrp="1"/>
          </p:cNvSpPr>
          <p:nvPr>
            <p:ph type="body" sz="quarter" idx="13"/>
          </p:nvPr>
        </p:nvSpPr>
        <p:spPr>
          <a:xfrm>
            <a:off x="255996" y="1271219"/>
            <a:ext cx="11936004" cy="4142989"/>
          </a:xfrm>
        </p:spPr>
        <p:txBody>
          <a:bodyPr/>
          <a:lstStyle/>
          <a:p>
            <a:pPr fontAlgn="t">
              <a:buNone/>
            </a:pPr>
            <a:r>
              <a:rPr lang="en-IN" dirty="0">
                <a:latin typeface="+mn-lt"/>
              </a:rPr>
              <a:t>Evolution of the Solution</a:t>
            </a:r>
          </a:p>
          <a:p>
            <a:pPr fontAlgn="t">
              <a:buNone/>
            </a:pPr>
            <a:r>
              <a:rPr lang="en-IN" dirty="0">
                <a:latin typeface="+mn-lt"/>
              </a:rPr>
              <a:t>Previous Approach: Microsoft Copilot Studio-Based Solution</a:t>
            </a:r>
            <a:endParaRPr lang="en-IN" b="0" dirty="0">
              <a:latin typeface="+mn-lt"/>
            </a:endParaRPr>
          </a:p>
          <a:p>
            <a:pPr marL="342900" lvl="0" indent="-342900" fontAlgn="t"/>
            <a:r>
              <a:rPr lang="en-IN" b="0" dirty="0">
                <a:latin typeface="+mn-lt"/>
              </a:rPr>
              <a:t>Utilized </a:t>
            </a:r>
            <a:r>
              <a:rPr lang="en-IN" dirty="0">
                <a:latin typeface="+mn-lt"/>
              </a:rPr>
              <a:t>Copilot Studio</a:t>
            </a:r>
            <a:r>
              <a:rPr lang="en-IN" b="0" dirty="0">
                <a:latin typeface="+mn-lt"/>
              </a:rPr>
              <a:t>, </a:t>
            </a:r>
            <a:r>
              <a:rPr lang="en-IN" dirty="0">
                <a:latin typeface="+mn-lt"/>
              </a:rPr>
              <a:t>Power Automate</a:t>
            </a:r>
            <a:r>
              <a:rPr lang="en-IN" b="0" dirty="0">
                <a:latin typeface="+mn-lt"/>
              </a:rPr>
              <a:t>, </a:t>
            </a:r>
            <a:r>
              <a:rPr lang="en-IN" dirty="0">
                <a:latin typeface="+mn-lt"/>
              </a:rPr>
              <a:t>Microsoft Teams</a:t>
            </a:r>
            <a:r>
              <a:rPr lang="en-IN" b="0" dirty="0">
                <a:latin typeface="+mn-lt"/>
              </a:rPr>
              <a:t>, </a:t>
            </a:r>
            <a:r>
              <a:rPr lang="en-IN" dirty="0">
                <a:latin typeface="+mn-lt"/>
              </a:rPr>
              <a:t>Microsoft Outlook</a:t>
            </a:r>
            <a:r>
              <a:rPr lang="en-IN" b="0" dirty="0">
                <a:latin typeface="+mn-lt"/>
              </a:rPr>
              <a:t>, and </a:t>
            </a:r>
            <a:r>
              <a:rPr lang="en-IN" dirty="0">
                <a:latin typeface="+mn-lt"/>
              </a:rPr>
              <a:t>Excel</a:t>
            </a:r>
            <a:r>
              <a:rPr lang="en-IN" b="0" dirty="0">
                <a:latin typeface="+mn-lt"/>
              </a:rPr>
              <a:t> for project monitoring.</a:t>
            </a:r>
          </a:p>
          <a:p>
            <a:pPr marL="342900" lvl="0" indent="-342900" fontAlgn="t"/>
            <a:r>
              <a:rPr lang="en-IN" b="0" dirty="0">
                <a:latin typeface="+mn-lt"/>
              </a:rPr>
              <a:t>Designed to automate project health assessment, risk identification, recommendations, and stakeholder communication.</a:t>
            </a:r>
          </a:p>
          <a:p>
            <a:pPr marL="342900" lvl="0" indent="-342900" fontAlgn="t"/>
            <a:r>
              <a:rPr lang="en-IN" b="0" dirty="0">
                <a:latin typeface="+mn-lt"/>
              </a:rPr>
              <a:t>Relied on the </a:t>
            </a:r>
            <a:r>
              <a:rPr lang="en-IN" dirty="0">
                <a:latin typeface="+mn-lt"/>
              </a:rPr>
              <a:t>"Execute Agent and Wait"</a:t>
            </a:r>
            <a:r>
              <a:rPr lang="en-IN" b="0" dirty="0">
                <a:latin typeface="+mn-lt"/>
              </a:rPr>
              <a:t> action in Power Automate for agent execution.</a:t>
            </a:r>
          </a:p>
          <a:p>
            <a:pPr marL="342900" lvl="0" indent="-342900" fontAlgn="t"/>
            <a:r>
              <a:rPr lang="en-IN" b="0" dirty="0">
                <a:latin typeface="+mn-lt"/>
              </a:rPr>
              <a:t>Faced deployment and publishing constraints that limited end-to-end validation and demonstration.</a:t>
            </a:r>
          </a:p>
          <a:p>
            <a:pPr marL="342900" lvl="0" indent="-342900" fontAlgn="t"/>
            <a:r>
              <a:rPr lang="en-IN" b="0" dirty="0">
                <a:latin typeface="+mn-lt"/>
              </a:rPr>
              <a:t>Platform dependencies reduced flexibility for customization and future enhancements.</a:t>
            </a:r>
          </a:p>
        </p:txBody>
      </p:sp>
      <p:sp>
        <p:nvSpPr>
          <p:cNvPr id="3" name="TextBox 2">
            <a:extLst>
              <a:ext uri="{FF2B5EF4-FFF2-40B4-BE49-F238E27FC236}">
                <a16:creationId xmlns:a16="http://schemas.microsoft.com/office/drawing/2014/main" id="{CBFFD28A-8C41-0FE0-FD6D-911A9F6DF13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Why this approach? </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5C8F9255-2C41-646C-6132-B1F710AF1BD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71E99B-20A7-1335-4A03-EF736CC8635C}"/>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spTree>
    <p:extLst>
      <p:ext uri="{BB962C8B-B14F-4D97-AF65-F5344CB8AC3E}">
        <p14:creationId xmlns:p14="http://schemas.microsoft.com/office/powerpoint/2010/main" val="24730825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3A5DB-4732-805F-A9E4-47D7162163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5DE1DEC-CB36-C103-1AAF-CA960FB1A4C3}"/>
              </a:ext>
            </a:extLst>
          </p:cNvPr>
          <p:cNvSpPr>
            <a:spLocks noGrp="1"/>
          </p:cNvSpPr>
          <p:nvPr>
            <p:ph type="body" sz="quarter" idx="13"/>
          </p:nvPr>
        </p:nvSpPr>
        <p:spPr>
          <a:xfrm>
            <a:off x="255996" y="1271219"/>
            <a:ext cx="11936004" cy="4142989"/>
          </a:xfrm>
        </p:spPr>
        <p:txBody>
          <a:bodyPr/>
          <a:lstStyle/>
          <a:p>
            <a:pPr fontAlgn="t">
              <a:buNone/>
            </a:pPr>
            <a:r>
              <a:rPr lang="en-IN" dirty="0"/>
              <a:t>Proposed Approach: Agentic AI-Based Multi-Agent System</a:t>
            </a:r>
            <a:endParaRPr lang="en-IN" b="0" dirty="0"/>
          </a:p>
          <a:p>
            <a:pPr marL="342900" lvl="0" indent="-342900" fontAlgn="t"/>
            <a:r>
              <a:rPr lang="en-IN" b="0" dirty="0"/>
              <a:t>Implemented using </a:t>
            </a:r>
            <a:r>
              <a:rPr lang="en-IN" dirty="0"/>
              <a:t>Python</a:t>
            </a:r>
            <a:r>
              <a:rPr lang="en-IN" b="0" dirty="0"/>
              <a:t>, </a:t>
            </a:r>
            <a:r>
              <a:rPr lang="en-IN" dirty="0" err="1"/>
              <a:t>Streamlit</a:t>
            </a:r>
            <a:r>
              <a:rPr lang="en-IN" b="0" dirty="0"/>
              <a:t>, </a:t>
            </a:r>
            <a:r>
              <a:rPr lang="en-IN" dirty="0" err="1"/>
              <a:t>Ollama</a:t>
            </a:r>
            <a:r>
              <a:rPr lang="en-IN" b="0" dirty="0"/>
              <a:t>, </a:t>
            </a:r>
            <a:r>
              <a:rPr lang="en-IN" dirty="0"/>
              <a:t>Llama 3</a:t>
            </a:r>
            <a:r>
              <a:rPr lang="en-IN" b="0" dirty="0"/>
              <a:t>, and </a:t>
            </a:r>
            <a:r>
              <a:rPr lang="en-IN" dirty="0"/>
              <a:t>Pandas</a:t>
            </a:r>
            <a:r>
              <a:rPr lang="en-IN" b="0" dirty="0"/>
              <a:t>.</a:t>
            </a:r>
          </a:p>
          <a:p>
            <a:pPr marL="342900" lvl="0" indent="-342900" fontAlgn="t"/>
            <a:r>
              <a:rPr lang="en-IN" b="0" dirty="0"/>
              <a:t>Uses a </a:t>
            </a:r>
            <a:r>
              <a:rPr lang="en-IN" dirty="0"/>
              <a:t>Multi-Agent AI Architecture</a:t>
            </a:r>
            <a:r>
              <a:rPr lang="en-IN" b="0" dirty="0"/>
              <a:t> comprising Health, Risk, Recommendation, Reporting, and Governance Agents.</a:t>
            </a:r>
          </a:p>
          <a:p>
            <a:pPr marL="342900" lvl="0" indent="-342900" fontAlgn="t"/>
            <a:r>
              <a:rPr lang="en-IN" b="0" dirty="0"/>
              <a:t>Enables automated project health assessment, risk analysis, governance evaluation, and report generation.</a:t>
            </a:r>
          </a:p>
          <a:p>
            <a:pPr marL="342900" lvl="0" indent="-342900" fontAlgn="t"/>
            <a:r>
              <a:rPr lang="en-IN" b="0" dirty="0"/>
              <a:t>Supports automated stakeholder communication through email-based report distribution.</a:t>
            </a:r>
          </a:p>
          <a:p>
            <a:pPr marL="342900" lvl="0" indent="-342900" fontAlgn="t"/>
            <a:r>
              <a:rPr lang="en-IN" b="0" dirty="0"/>
              <a:t>Provides greater flexibility, scalability, offline execution capability, and ease of integration with future enterprise tools.</a:t>
            </a:r>
          </a:p>
        </p:txBody>
      </p:sp>
      <p:sp>
        <p:nvSpPr>
          <p:cNvPr id="3" name="TextBox 2">
            <a:extLst>
              <a:ext uri="{FF2B5EF4-FFF2-40B4-BE49-F238E27FC236}">
                <a16:creationId xmlns:a16="http://schemas.microsoft.com/office/drawing/2014/main" id="{224911B0-8265-EA72-2F3C-9C0E67FD574E}"/>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Why this approach? </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(Continuation)</a:t>
            </a:r>
          </a:p>
        </p:txBody>
      </p:sp>
      <p:cxnSp>
        <p:nvCxnSpPr>
          <p:cNvPr id="5" name="Straight Connector 4">
            <a:extLst>
              <a:ext uri="{FF2B5EF4-FFF2-40B4-BE49-F238E27FC236}">
                <a16:creationId xmlns:a16="http://schemas.microsoft.com/office/drawing/2014/main" id="{D68911FD-273F-795E-2218-E1BF7E4E1D2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4106FA8-D346-2325-62FA-1DF7F0C6986E}"/>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spTree>
    <p:extLst>
      <p:ext uri="{BB962C8B-B14F-4D97-AF65-F5344CB8AC3E}">
        <p14:creationId xmlns:p14="http://schemas.microsoft.com/office/powerpoint/2010/main" val="20758903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D494D-C0BF-197C-EF37-0490EBDB33D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9039419-3B9E-8E74-B2CC-FC127C28297A}"/>
              </a:ext>
            </a:extLst>
          </p:cNvPr>
          <p:cNvSpPr>
            <a:spLocks noGrp="1"/>
          </p:cNvSpPr>
          <p:nvPr>
            <p:ph type="body" sz="quarter" idx="13"/>
          </p:nvPr>
        </p:nvSpPr>
        <p:spPr>
          <a:xfrm>
            <a:off x="255996" y="1271219"/>
            <a:ext cx="10624338" cy="4142989"/>
          </a:xfrm>
        </p:spPr>
        <p:txBody>
          <a:bodyPr/>
          <a:lstStyle/>
          <a:p>
            <a:pPr marL="342900" lvl="0" indent="-342900" fontAlgn="t"/>
            <a:r>
              <a:rPr lang="en-IN" dirty="0"/>
              <a:t>Project Data Collection</a:t>
            </a:r>
            <a:r>
              <a:rPr lang="en-IN" b="0" dirty="0"/>
              <a:t> – Collect project information from Excel-based project trackers containing task status, priority, ownership, and due dates.</a:t>
            </a:r>
          </a:p>
          <a:p>
            <a:pPr marL="342900" lvl="0" indent="-342900" fontAlgn="t"/>
            <a:r>
              <a:rPr lang="en-IN" dirty="0"/>
              <a:t>Data Validation and Processing</a:t>
            </a:r>
            <a:r>
              <a:rPr lang="en-IN" b="0" dirty="0"/>
              <a:t> – Validate, clean, and prepare project data for analysis using Python and Pandas.</a:t>
            </a:r>
          </a:p>
          <a:p>
            <a:pPr marL="342900" lvl="0" indent="-342900" fontAlgn="t"/>
            <a:r>
              <a:rPr lang="en-IN" dirty="0"/>
              <a:t>Multi-Agent AI Analysis</a:t>
            </a:r>
            <a:r>
              <a:rPr lang="en-IN" b="0" dirty="0"/>
              <a:t> – Process the project data through specialized AI agents for health assessment, risk analysis, recommendations, reporting, and governance evaluation.</a:t>
            </a:r>
          </a:p>
          <a:p>
            <a:pPr marL="342900" lvl="0" indent="-342900" fontAlgn="t"/>
            <a:r>
              <a:rPr lang="en-IN" dirty="0"/>
              <a:t>Project Health and Risk Evaluation</a:t>
            </a:r>
            <a:r>
              <a:rPr lang="en-IN" b="0" dirty="0"/>
              <a:t> – Assess project health, identify potential risks, and determine their impact on project performance.</a:t>
            </a:r>
          </a:p>
          <a:p>
            <a:pPr marL="0" indent="0">
              <a:lnSpc>
                <a:spcPct val="150000"/>
              </a:lnSpc>
              <a:buNone/>
            </a:pPr>
            <a:endParaRPr lang="en-US" b="0" dirty="0">
              <a:solidFill>
                <a:srgbClr val="5583D1"/>
              </a:solidFill>
              <a:latin typeface="+mn-lt"/>
            </a:endParaRPr>
          </a:p>
        </p:txBody>
      </p:sp>
      <p:sp>
        <p:nvSpPr>
          <p:cNvPr id="3" name="TextBox 2">
            <a:extLst>
              <a:ext uri="{FF2B5EF4-FFF2-40B4-BE49-F238E27FC236}">
                <a16:creationId xmlns:a16="http://schemas.microsoft.com/office/drawing/2014/main" id="{712DCABA-C180-84EB-CA50-AA43D53FD84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4A018445-0BCB-58C5-45EF-66117CFD946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D9F59D-CE06-8905-3B88-F3291F672A22}"/>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spTree>
    <p:extLst>
      <p:ext uri="{BB962C8B-B14F-4D97-AF65-F5344CB8AC3E}">
        <p14:creationId xmlns:p14="http://schemas.microsoft.com/office/powerpoint/2010/main" val="3067917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C6CD7-B2A1-C72B-175B-2479C95BB0C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CEAD3C5-C2E5-A373-D0A3-99848F85A0B7}"/>
              </a:ext>
            </a:extLst>
          </p:cNvPr>
          <p:cNvSpPr>
            <a:spLocks noGrp="1"/>
          </p:cNvSpPr>
          <p:nvPr>
            <p:ph type="body" sz="quarter" idx="13"/>
          </p:nvPr>
        </p:nvSpPr>
        <p:spPr>
          <a:xfrm>
            <a:off x="255996" y="1271219"/>
            <a:ext cx="11796096" cy="4142989"/>
          </a:xfrm>
        </p:spPr>
        <p:txBody>
          <a:bodyPr/>
          <a:lstStyle/>
          <a:p>
            <a:pPr marL="342900" lvl="0" indent="-342900" fontAlgn="t"/>
            <a:r>
              <a:rPr lang="en-IN" dirty="0"/>
              <a:t>Report Generation and Governance Assessment</a:t>
            </a:r>
            <a:r>
              <a:rPr lang="en-IN" b="0" dirty="0"/>
              <a:t> – Generate executive summaries, governance insights, and actionable recommendations for stakeholders.</a:t>
            </a:r>
          </a:p>
          <a:p>
            <a:pPr marL="342900" lvl="0" indent="-342900" fontAlgn="t"/>
            <a:r>
              <a:rPr lang="en-IN" dirty="0"/>
              <a:t>Stakeholder Communication</a:t>
            </a:r>
            <a:r>
              <a:rPr lang="en-IN" b="0" dirty="0"/>
              <a:t> – Enable report download and automated email distribution to support timely decision-making and project governance.</a:t>
            </a:r>
          </a:p>
        </p:txBody>
      </p:sp>
      <p:sp>
        <p:nvSpPr>
          <p:cNvPr id="3" name="TextBox 2">
            <a:extLst>
              <a:ext uri="{FF2B5EF4-FFF2-40B4-BE49-F238E27FC236}">
                <a16:creationId xmlns:a16="http://schemas.microsoft.com/office/drawing/2014/main" id="{5E9DB0A7-410D-808A-9D07-7E29A529D046}"/>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(Continuation)</a:t>
            </a:r>
          </a:p>
        </p:txBody>
      </p:sp>
      <p:cxnSp>
        <p:nvCxnSpPr>
          <p:cNvPr id="5" name="Straight Connector 4">
            <a:extLst>
              <a:ext uri="{FF2B5EF4-FFF2-40B4-BE49-F238E27FC236}">
                <a16:creationId xmlns:a16="http://schemas.microsoft.com/office/drawing/2014/main" id="{59170F35-EC7F-3F4D-5271-48A681F17D9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C81D1EF-0164-F286-F200-7135E3C3FDAB}"/>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spTree>
    <p:extLst>
      <p:ext uri="{BB962C8B-B14F-4D97-AF65-F5344CB8AC3E}">
        <p14:creationId xmlns:p14="http://schemas.microsoft.com/office/powerpoint/2010/main" val="1927429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C5676-5DAA-8DDF-0154-7261C80076F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4BE6CCD-1ED3-C545-AD7F-B13F6AE5001F}"/>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E94EB678-B64E-2835-9BAA-4069C2B007E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EFC57BF-8816-24A7-EABF-1C8E1BE91320}"/>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i="1" dirty="0">
              <a:solidFill>
                <a:srgbClr val="FFFFFF"/>
              </a:solidFill>
            </a:endParaRPr>
          </a:p>
        </p:txBody>
      </p:sp>
      <p:graphicFrame>
        <p:nvGraphicFramePr>
          <p:cNvPr id="6" name="Table 5">
            <a:extLst>
              <a:ext uri="{FF2B5EF4-FFF2-40B4-BE49-F238E27FC236}">
                <a16:creationId xmlns:a16="http://schemas.microsoft.com/office/drawing/2014/main" id="{2AF20789-E5DD-CB1F-5657-4C6A8E5D6A97}"/>
              </a:ext>
            </a:extLst>
          </p:cNvPr>
          <p:cNvGraphicFramePr>
            <a:graphicFrameLocks noGrp="1"/>
          </p:cNvGraphicFramePr>
          <p:nvPr>
            <p:extLst>
              <p:ext uri="{D42A27DB-BD31-4B8C-83A1-F6EECF244321}">
                <p14:modId xmlns:p14="http://schemas.microsoft.com/office/powerpoint/2010/main" val="1431925404"/>
              </p:ext>
            </p:extLst>
          </p:nvPr>
        </p:nvGraphicFramePr>
        <p:xfrm>
          <a:off x="1382784" y="1394085"/>
          <a:ext cx="10624338" cy="5027198"/>
        </p:xfrm>
        <a:graphic>
          <a:graphicData uri="http://schemas.openxmlformats.org/drawingml/2006/table">
            <a:tbl>
              <a:tblPr>
                <a:tableStyleId>{2D5ABB26-0587-4C30-8999-92F81FD0307C}</a:tableStyleId>
              </a:tblPr>
              <a:tblGrid>
                <a:gridCol w="5312169">
                  <a:extLst>
                    <a:ext uri="{9D8B030D-6E8A-4147-A177-3AD203B41FA5}">
                      <a16:colId xmlns:a16="http://schemas.microsoft.com/office/drawing/2014/main" val="1109459360"/>
                    </a:ext>
                  </a:extLst>
                </a:gridCol>
                <a:gridCol w="5312169">
                  <a:extLst>
                    <a:ext uri="{9D8B030D-6E8A-4147-A177-3AD203B41FA5}">
                      <a16:colId xmlns:a16="http://schemas.microsoft.com/office/drawing/2014/main" val="260807285"/>
                    </a:ext>
                  </a:extLst>
                </a:gridCol>
              </a:tblGrid>
              <a:tr h="233476">
                <a:tc>
                  <a:txBody>
                    <a:bodyPr/>
                    <a:lstStyle/>
                    <a:p>
                      <a:pPr>
                        <a:buNone/>
                      </a:pPr>
                      <a:r>
                        <a:rPr lang="en-IN" sz="1200"/>
                        <a:t>Category</a:t>
                      </a:r>
                    </a:p>
                  </a:txBody>
                  <a:tcPr marL="56403" marR="56403" marT="28201" marB="28201" anchor="ctr"/>
                </a:tc>
                <a:tc>
                  <a:txBody>
                    <a:bodyPr/>
                    <a:lstStyle/>
                    <a:p>
                      <a:pPr>
                        <a:buNone/>
                      </a:pPr>
                      <a:r>
                        <a:rPr lang="en-IN" sz="1200"/>
                        <a:t>Implementation</a:t>
                      </a:r>
                    </a:p>
                  </a:txBody>
                  <a:tcPr marL="56403" marR="56403" marT="28201" marB="28201" anchor="ctr"/>
                </a:tc>
                <a:extLst>
                  <a:ext uri="{0D108BD9-81ED-4DB2-BD59-A6C34878D82A}">
                    <a16:rowId xmlns:a16="http://schemas.microsoft.com/office/drawing/2014/main" val="1063462058"/>
                  </a:ext>
                </a:extLst>
              </a:tr>
              <a:tr h="408583">
                <a:tc>
                  <a:txBody>
                    <a:bodyPr/>
                    <a:lstStyle/>
                    <a:p>
                      <a:pPr>
                        <a:buNone/>
                      </a:pPr>
                      <a:r>
                        <a:rPr lang="en-IN" sz="1200"/>
                        <a:t>Approach</a:t>
                      </a:r>
                    </a:p>
                  </a:txBody>
                  <a:tcPr marL="56403" marR="56403" marT="28201" marB="28201" anchor="ctr"/>
                </a:tc>
                <a:tc>
                  <a:txBody>
                    <a:bodyPr/>
                    <a:lstStyle/>
                    <a:p>
                      <a:pPr>
                        <a:buNone/>
                      </a:pPr>
                      <a:r>
                        <a:rPr lang="en-IN" sz="1200"/>
                        <a:t>Multi-Agent AI architecture for automated project health monitoring and governance.</a:t>
                      </a:r>
                    </a:p>
                  </a:txBody>
                  <a:tcPr marL="56403" marR="56403" marT="28201" marB="28201" anchor="ctr"/>
                </a:tc>
                <a:extLst>
                  <a:ext uri="{0D108BD9-81ED-4DB2-BD59-A6C34878D82A}">
                    <a16:rowId xmlns:a16="http://schemas.microsoft.com/office/drawing/2014/main" val="100548424"/>
                  </a:ext>
                </a:extLst>
              </a:tr>
              <a:tr h="233476">
                <a:tc>
                  <a:txBody>
                    <a:bodyPr/>
                    <a:lstStyle/>
                    <a:p>
                      <a:pPr>
                        <a:buNone/>
                      </a:pPr>
                      <a:r>
                        <a:rPr lang="en-IN" sz="1200"/>
                        <a:t>Data Collection</a:t>
                      </a:r>
                    </a:p>
                  </a:txBody>
                  <a:tcPr marL="56403" marR="56403" marT="28201" marB="28201" anchor="ctr"/>
                </a:tc>
                <a:tc>
                  <a:txBody>
                    <a:bodyPr/>
                    <a:lstStyle/>
                    <a:p>
                      <a:pPr>
                        <a:buNone/>
                      </a:pPr>
                      <a:r>
                        <a:rPr lang="en-IN" sz="1200"/>
                        <a:t>Project data acquired from Excel-based project trackers.</a:t>
                      </a:r>
                    </a:p>
                  </a:txBody>
                  <a:tcPr marL="56403" marR="56403" marT="28201" marB="28201" anchor="ctr"/>
                </a:tc>
                <a:extLst>
                  <a:ext uri="{0D108BD9-81ED-4DB2-BD59-A6C34878D82A}">
                    <a16:rowId xmlns:a16="http://schemas.microsoft.com/office/drawing/2014/main" val="496475624"/>
                  </a:ext>
                </a:extLst>
              </a:tr>
              <a:tr h="233476">
                <a:tc>
                  <a:txBody>
                    <a:bodyPr/>
                    <a:lstStyle/>
                    <a:p>
                      <a:pPr>
                        <a:buNone/>
                      </a:pPr>
                      <a:r>
                        <a:rPr lang="en-IN" sz="1200"/>
                        <a:t>Data Processing</a:t>
                      </a:r>
                    </a:p>
                  </a:txBody>
                  <a:tcPr marL="56403" marR="56403" marT="28201" marB="28201" anchor="ctr"/>
                </a:tc>
                <a:tc>
                  <a:txBody>
                    <a:bodyPr/>
                    <a:lstStyle/>
                    <a:p>
                      <a:pPr>
                        <a:buNone/>
                      </a:pPr>
                      <a:r>
                        <a:rPr lang="en-IN" sz="1200"/>
                        <a:t>Data validation, cleansing, and analysis using Pandas.</a:t>
                      </a:r>
                    </a:p>
                  </a:txBody>
                  <a:tcPr marL="56403" marR="56403" marT="28201" marB="28201" anchor="ctr"/>
                </a:tc>
                <a:extLst>
                  <a:ext uri="{0D108BD9-81ED-4DB2-BD59-A6C34878D82A}">
                    <a16:rowId xmlns:a16="http://schemas.microsoft.com/office/drawing/2014/main" val="108812692"/>
                  </a:ext>
                </a:extLst>
              </a:tr>
              <a:tr h="408583">
                <a:tc>
                  <a:txBody>
                    <a:bodyPr/>
                    <a:lstStyle/>
                    <a:p>
                      <a:pPr>
                        <a:buNone/>
                      </a:pPr>
                      <a:r>
                        <a:rPr lang="en-IN" sz="1200"/>
                        <a:t>Project Health Assessment</a:t>
                      </a:r>
                    </a:p>
                  </a:txBody>
                  <a:tcPr marL="56403" marR="56403" marT="28201" marB="28201" anchor="ctr"/>
                </a:tc>
                <a:tc>
                  <a:txBody>
                    <a:bodyPr/>
                    <a:lstStyle/>
                    <a:p>
                      <a:pPr>
                        <a:buNone/>
                      </a:pPr>
                      <a:r>
                        <a:rPr lang="en-IN" sz="1200"/>
                        <a:t>Rule-based and LLM-assisted evaluation of project status, delays, and blockers.</a:t>
                      </a:r>
                    </a:p>
                  </a:txBody>
                  <a:tcPr marL="56403" marR="56403" marT="28201" marB="28201" anchor="ctr"/>
                </a:tc>
                <a:extLst>
                  <a:ext uri="{0D108BD9-81ED-4DB2-BD59-A6C34878D82A}">
                    <a16:rowId xmlns:a16="http://schemas.microsoft.com/office/drawing/2014/main" val="44142870"/>
                  </a:ext>
                </a:extLst>
              </a:tr>
              <a:tr h="408583">
                <a:tc>
                  <a:txBody>
                    <a:bodyPr/>
                    <a:lstStyle/>
                    <a:p>
                      <a:pPr>
                        <a:buNone/>
                      </a:pPr>
                      <a:r>
                        <a:rPr lang="en-IN" sz="1200"/>
                        <a:t>Risk Analysis</a:t>
                      </a:r>
                    </a:p>
                  </a:txBody>
                  <a:tcPr marL="56403" marR="56403" marT="28201" marB="28201" anchor="ctr"/>
                </a:tc>
                <a:tc>
                  <a:txBody>
                    <a:bodyPr/>
                    <a:lstStyle/>
                    <a:p>
                      <a:pPr>
                        <a:buNone/>
                      </a:pPr>
                      <a:r>
                        <a:rPr lang="en-IN" sz="1200"/>
                        <a:t>AI-driven identification and assessment of project risks and impacts.</a:t>
                      </a:r>
                    </a:p>
                  </a:txBody>
                  <a:tcPr marL="56403" marR="56403" marT="28201" marB="28201" anchor="ctr"/>
                </a:tc>
                <a:extLst>
                  <a:ext uri="{0D108BD9-81ED-4DB2-BD59-A6C34878D82A}">
                    <a16:rowId xmlns:a16="http://schemas.microsoft.com/office/drawing/2014/main" val="4115008295"/>
                  </a:ext>
                </a:extLst>
              </a:tr>
              <a:tr h="408583">
                <a:tc>
                  <a:txBody>
                    <a:bodyPr/>
                    <a:lstStyle/>
                    <a:p>
                      <a:pPr>
                        <a:buNone/>
                      </a:pPr>
                      <a:r>
                        <a:rPr lang="en-IN" sz="1200"/>
                        <a:t>Recommendation Generation</a:t>
                      </a:r>
                    </a:p>
                  </a:txBody>
                  <a:tcPr marL="56403" marR="56403" marT="28201" marB="28201" anchor="ctr"/>
                </a:tc>
                <a:tc>
                  <a:txBody>
                    <a:bodyPr/>
                    <a:lstStyle/>
                    <a:p>
                      <a:pPr>
                        <a:buNone/>
                      </a:pPr>
                      <a:r>
                        <a:rPr lang="en-IN" sz="1200" dirty="0"/>
                        <a:t>LLM-based generation of corrective actions and mitigation strategies.</a:t>
                      </a:r>
                    </a:p>
                  </a:txBody>
                  <a:tcPr marL="56403" marR="56403" marT="28201" marB="28201" anchor="ctr"/>
                </a:tc>
                <a:extLst>
                  <a:ext uri="{0D108BD9-81ED-4DB2-BD59-A6C34878D82A}">
                    <a16:rowId xmlns:a16="http://schemas.microsoft.com/office/drawing/2014/main" val="4098397370"/>
                  </a:ext>
                </a:extLst>
              </a:tr>
              <a:tr h="408583">
                <a:tc>
                  <a:txBody>
                    <a:bodyPr/>
                    <a:lstStyle/>
                    <a:p>
                      <a:pPr>
                        <a:buNone/>
                      </a:pPr>
                      <a:r>
                        <a:rPr lang="en-IN" sz="1200"/>
                        <a:t>Executive Reporting</a:t>
                      </a:r>
                    </a:p>
                  </a:txBody>
                  <a:tcPr marL="56403" marR="56403" marT="28201" marB="28201" anchor="ctr"/>
                </a:tc>
                <a:tc>
                  <a:txBody>
                    <a:bodyPr/>
                    <a:lstStyle/>
                    <a:p>
                      <a:pPr>
                        <a:buNone/>
                      </a:pPr>
                      <a:r>
                        <a:rPr lang="en-IN" sz="1200"/>
                        <a:t>Automated generation of management-friendly project summaries.</a:t>
                      </a:r>
                    </a:p>
                  </a:txBody>
                  <a:tcPr marL="56403" marR="56403" marT="28201" marB="28201" anchor="ctr"/>
                </a:tc>
                <a:extLst>
                  <a:ext uri="{0D108BD9-81ED-4DB2-BD59-A6C34878D82A}">
                    <a16:rowId xmlns:a16="http://schemas.microsoft.com/office/drawing/2014/main" val="1273633725"/>
                  </a:ext>
                </a:extLst>
              </a:tr>
              <a:tr h="408583">
                <a:tc>
                  <a:txBody>
                    <a:bodyPr/>
                    <a:lstStyle/>
                    <a:p>
                      <a:pPr>
                        <a:buNone/>
                      </a:pPr>
                      <a:r>
                        <a:rPr lang="en-IN" sz="1200"/>
                        <a:t>Governance Assessment</a:t>
                      </a:r>
                    </a:p>
                  </a:txBody>
                  <a:tcPr marL="56403" marR="56403" marT="28201" marB="28201" anchor="ctr"/>
                </a:tc>
                <a:tc>
                  <a:txBody>
                    <a:bodyPr/>
                    <a:lstStyle/>
                    <a:p>
                      <a:pPr>
                        <a:buNone/>
                      </a:pPr>
                      <a:r>
                        <a:rPr lang="en-IN" sz="1200"/>
                        <a:t>AI-based evaluation of project governance and oversight effectiveness.</a:t>
                      </a:r>
                    </a:p>
                  </a:txBody>
                  <a:tcPr marL="56403" marR="56403" marT="28201" marB="28201" anchor="ctr"/>
                </a:tc>
                <a:extLst>
                  <a:ext uri="{0D108BD9-81ED-4DB2-BD59-A6C34878D82A}">
                    <a16:rowId xmlns:a16="http://schemas.microsoft.com/office/drawing/2014/main" val="2427094834"/>
                  </a:ext>
                </a:extLst>
              </a:tr>
              <a:tr h="408583">
                <a:tc>
                  <a:txBody>
                    <a:bodyPr/>
                    <a:lstStyle/>
                    <a:p>
                      <a:pPr>
                        <a:buNone/>
                      </a:pPr>
                      <a:r>
                        <a:rPr lang="en-IN" sz="1200"/>
                        <a:t>Report Distribution</a:t>
                      </a:r>
                    </a:p>
                  </a:txBody>
                  <a:tcPr marL="56403" marR="56403" marT="28201" marB="28201" anchor="ctr"/>
                </a:tc>
                <a:tc>
                  <a:txBody>
                    <a:bodyPr/>
                    <a:lstStyle/>
                    <a:p>
                      <a:pPr>
                        <a:buNone/>
                      </a:pPr>
                      <a:r>
                        <a:rPr lang="en-IN" sz="1200"/>
                        <a:t>Automated report sharing through Gmail SMTP integration.</a:t>
                      </a:r>
                    </a:p>
                  </a:txBody>
                  <a:tcPr marL="56403" marR="56403" marT="28201" marB="28201" anchor="ctr"/>
                </a:tc>
                <a:extLst>
                  <a:ext uri="{0D108BD9-81ED-4DB2-BD59-A6C34878D82A}">
                    <a16:rowId xmlns:a16="http://schemas.microsoft.com/office/drawing/2014/main" val="3992531521"/>
                  </a:ext>
                </a:extLst>
              </a:tr>
              <a:tr h="233476">
                <a:tc>
                  <a:txBody>
                    <a:bodyPr/>
                    <a:lstStyle/>
                    <a:p>
                      <a:pPr>
                        <a:buNone/>
                      </a:pPr>
                      <a:r>
                        <a:rPr lang="en-IN" sz="1200"/>
                        <a:t>Frontend Tool</a:t>
                      </a:r>
                    </a:p>
                  </a:txBody>
                  <a:tcPr marL="56403" marR="56403" marT="28201" marB="28201" anchor="ctr"/>
                </a:tc>
                <a:tc>
                  <a:txBody>
                    <a:bodyPr/>
                    <a:lstStyle/>
                    <a:p>
                      <a:pPr>
                        <a:buNone/>
                      </a:pPr>
                      <a:r>
                        <a:rPr lang="en-IN" sz="1200"/>
                        <a:t>Streamlit</a:t>
                      </a:r>
                    </a:p>
                  </a:txBody>
                  <a:tcPr marL="56403" marR="56403" marT="28201" marB="28201" anchor="ctr"/>
                </a:tc>
                <a:extLst>
                  <a:ext uri="{0D108BD9-81ED-4DB2-BD59-A6C34878D82A}">
                    <a16:rowId xmlns:a16="http://schemas.microsoft.com/office/drawing/2014/main" val="343790835"/>
                  </a:ext>
                </a:extLst>
              </a:tr>
              <a:tr h="233476">
                <a:tc>
                  <a:txBody>
                    <a:bodyPr/>
                    <a:lstStyle/>
                    <a:p>
                      <a:pPr>
                        <a:buNone/>
                      </a:pPr>
                      <a:r>
                        <a:rPr lang="en-IN" sz="1200"/>
                        <a:t>Backend Tool</a:t>
                      </a:r>
                    </a:p>
                  </a:txBody>
                  <a:tcPr marL="56403" marR="56403" marT="28201" marB="28201" anchor="ctr"/>
                </a:tc>
                <a:tc>
                  <a:txBody>
                    <a:bodyPr/>
                    <a:lstStyle/>
                    <a:p>
                      <a:pPr>
                        <a:buNone/>
                      </a:pPr>
                      <a:r>
                        <a:rPr lang="en-IN" sz="1200"/>
                        <a:t>Python</a:t>
                      </a:r>
                    </a:p>
                  </a:txBody>
                  <a:tcPr marL="56403" marR="56403" marT="28201" marB="28201" anchor="ctr"/>
                </a:tc>
                <a:extLst>
                  <a:ext uri="{0D108BD9-81ED-4DB2-BD59-A6C34878D82A}">
                    <a16:rowId xmlns:a16="http://schemas.microsoft.com/office/drawing/2014/main" val="3615421426"/>
                  </a:ext>
                </a:extLst>
              </a:tr>
              <a:tr h="233476">
                <a:tc>
                  <a:txBody>
                    <a:bodyPr/>
                    <a:lstStyle/>
                    <a:p>
                      <a:pPr>
                        <a:buNone/>
                      </a:pPr>
                      <a:r>
                        <a:rPr lang="en-IN" sz="1200"/>
                        <a:t>AI Framework</a:t>
                      </a:r>
                    </a:p>
                  </a:txBody>
                  <a:tcPr marL="56403" marR="56403" marT="28201" marB="28201" anchor="ctr"/>
                </a:tc>
                <a:tc>
                  <a:txBody>
                    <a:bodyPr/>
                    <a:lstStyle/>
                    <a:p>
                      <a:pPr>
                        <a:buNone/>
                      </a:pPr>
                      <a:r>
                        <a:rPr lang="en-IN" sz="1200"/>
                        <a:t>Ollama</a:t>
                      </a:r>
                    </a:p>
                  </a:txBody>
                  <a:tcPr marL="56403" marR="56403" marT="28201" marB="28201" anchor="ctr"/>
                </a:tc>
                <a:extLst>
                  <a:ext uri="{0D108BD9-81ED-4DB2-BD59-A6C34878D82A}">
                    <a16:rowId xmlns:a16="http://schemas.microsoft.com/office/drawing/2014/main" val="3106921806"/>
                  </a:ext>
                </a:extLst>
              </a:tr>
              <a:tr h="233476">
                <a:tc>
                  <a:txBody>
                    <a:bodyPr/>
                    <a:lstStyle/>
                    <a:p>
                      <a:pPr>
                        <a:buNone/>
                      </a:pPr>
                      <a:r>
                        <a:rPr lang="en-IN" sz="1200"/>
                        <a:t>LLM Model</a:t>
                      </a:r>
                    </a:p>
                  </a:txBody>
                  <a:tcPr marL="56403" marR="56403" marT="28201" marB="28201" anchor="ctr"/>
                </a:tc>
                <a:tc>
                  <a:txBody>
                    <a:bodyPr/>
                    <a:lstStyle/>
                    <a:p>
                      <a:pPr>
                        <a:buNone/>
                      </a:pPr>
                      <a:r>
                        <a:rPr lang="en-IN" sz="1200"/>
                        <a:t>Llama 3</a:t>
                      </a:r>
                    </a:p>
                  </a:txBody>
                  <a:tcPr marL="56403" marR="56403" marT="28201" marB="28201" anchor="ctr"/>
                </a:tc>
                <a:extLst>
                  <a:ext uri="{0D108BD9-81ED-4DB2-BD59-A6C34878D82A}">
                    <a16:rowId xmlns:a16="http://schemas.microsoft.com/office/drawing/2014/main" val="1112517667"/>
                  </a:ext>
                </a:extLst>
              </a:tr>
              <a:tr h="233476">
                <a:tc>
                  <a:txBody>
                    <a:bodyPr/>
                    <a:lstStyle/>
                    <a:p>
                      <a:pPr>
                        <a:buNone/>
                      </a:pPr>
                      <a:r>
                        <a:rPr lang="en-IN" sz="1200"/>
                        <a:t>Data Storage</a:t>
                      </a:r>
                    </a:p>
                  </a:txBody>
                  <a:tcPr marL="56403" marR="56403" marT="28201" marB="28201" anchor="ctr"/>
                </a:tc>
                <a:tc>
                  <a:txBody>
                    <a:bodyPr/>
                    <a:lstStyle/>
                    <a:p>
                      <a:pPr>
                        <a:buNone/>
                      </a:pPr>
                      <a:r>
                        <a:rPr lang="en-IN" sz="1200"/>
                        <a:t>Excel (.xlsx)</a:t>
                      </a:r>
                    </a:p>
                  </a:txBody>
                  <a:tcPr marL="56403" marR="56403" marT="28201" marB="28201" anchor="ctr"/>
                </a:tc>
                <a:extLst>
                  <a:ext uri="{0D108BD9-81ED-4DB2-BD59-A6C34878D82A}">
                    <a16:rowId xmlns:a16="http://schemas.microsoft.com/office/drawing/2014/main" val="3829285382"/>
                  </a:ext>
                </a:extLst>
              </a:tr>
              <a:tr h="233476">
                <a:tc>
                  <a:txBody>
                    <a:bodyPr/>
                    <a:lstStyle/>
                    <a:p>
                      <a:pPr>
                        <a:buNone/>
                      </a:pPr>
                      <a:r>
                        <a:rPr lang="en-IN" sz="1200"/>
                        <a:t>Supporting Libraries</a:t>
                      </a:r>
                    </a:p>
                  </a:txBody>
                  <a:tcPr marL="56403" marR="56403" marT="28201" marB="28201" anchor="ctr"/>
                </a:tc>
                <a:tc>
                  <a:txBody>
                    <a:bodyPr/>
                    <a:lstStyle/>
                    <a:p>
                      <a:pPr>
                        <a:buNone/>
                      </a:pPr>
                      <a:r>
                        <a:rPr lang="en-IN" sz="1200" dirty="0"/>
                        <a:t>Pandas, </a:t>
                      </a:r>
                      <a:r>
                        <a:rPr lang="en-IN" sz="1200" dirty="0" err="1"/>
                        <a:t>OpenPyXL</a:t>
                      </a:r>
                      <a:r>
                        <a:rPr lang="en-IN" sz="1200" dirty="0"/>
                        <a:t>, SMTP, Email MIME Libraries</a:t>
                      </a:r>
                    </a:p>
                  </a:txBody>
                  <a:tcPr marL="56403" marR="56403" marT="28201" marB="28201" anchor="ctr"/>
                </a:tc>
                <a:extLst>
                  <a:ext uri="{0D108BD9-81ED-4DB2-BD59-A6C34878D82A}">
                    <a16:rowId xmlns:a16="http://schemas.microsoft.com/office/drawing/2014/main" val="580508908"/>
                  </a:ext>
                </a:extLst>
              </a:tr>
            </a:tbl>
          </a:graphicData>
        </a:graphic>
      </p:graphicFrame>
    </p:spTree>
    <p:extLst>
      <p:ext uri="{BB962C8B-B14F-4D97-AF65-F5344CB8AC3E}">
        <p14:creationId xmlns:p14="http://schemas.microsoft.com/office/powerpoint/2010/main" val="128140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C8E76-F2CB-9970-49AA-A17001C68D5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2173DE4-ED5A-C409-BC94-C9751210910F}"/>
              </a:ext>
            </a:extLst>
          </p:cNvPr>
          <p:cNvSpPr>
            <a:spLocks noGrp="1"/>
          </p:cNvSpPr>
          <p:nvPr>
            <p:ph type="body" sz="quarter" idx="13"/>
          </p:nvPr>
        </p:nvSpPr>
        <p:spPr>
          <a:xfrm>
            <a:off x="255996" y="1271219"/>
            <a:ext cx="10624338" cy="4142989"/>
          </a:xfrm>
        </p:spPr>
        <p:txBody>
          <a:bodyPr/>
          <a:lstStyle/>
          <a:p>
            <a:pPr fontAlgn="t">
              <a:buNone/>
            </a:pPr>
            <a:r>
              <a:rPr lang="en-IN" dirty="0"/>
              <a:t>Technology Stack</a:t>
            </a:r>
          </a:p>
          <a:p>
            <a:pPr marL="342900" lvl="0" indent="-342900" fontAlgn="t"/>
            <a:r>
              <a:rPr lang="en-IN" dirty="0"/>
              <a:t>Frontend:</a:t>
            </a:r>
            <a:r>
              <a:rPr lang="en-IN" b="0" dirty="0"/>
              <a:t> </a:t>
            </a:r>
            <a:r>
              <a:rPr lang="en-IN" b="0" dirty="0" err="1"/>
              <a:t>Streamlit</a:t>
            </a:r>
            <a:endParaRPr lang="en-IN" b="0" dirty="0"/>
          </a:p>
          <a:p>
            <a:pPr marL="342900" lvl="0" indent="-342900" fontAlgn="t"/>
            <a:r>
              <a:rPr lang="en-IN" dirty="0"/>
              <a:t>Backend:</a:t>
            </a:r>
            <a:r>
              <a:rPr lang="en-IN" b="0" dirty="0"/>
              <a:t> Python</a:t>
            </a:r>
          </a:p>
          <a:p>
            <a:pPr marL="342900" lvl="0" indent="-342900" fontAlgn="t"/>
            <a:r>
              <a:rPr lang="en-IN" dirty="0"/>
              <a:t>AI Framework:</a:t>
            </a:r>
            <a:r>
              <a:rPr lang="en-IN" b="0" dirty="0"/>
              <a:t> </a:t>
            </a:r>
            <a:r>
              <a:rPr lang="en-IN" b="0" dirty="0" err="1"/>
              <a:t>Ollama</a:t>
            </a:r>
            <a:endParaRPr lang="en-IN" b="0" dirty="0"/>
          </a:p>
          <a:p>
            <a:pPr marL="342900" lvl="0" indent="-342900" fontAlgn="t"/>
            <a:r>
              <a:rPr lang="en-IN" dirty="0"/>
              <a:t>LLM Model:</a:t>
            </a:r>
            <a:r>
              <a:rPr lang="en-IN" b="0" dirty="0"/>
              <a:t> Llama 3</a:t>
            </a:r>
          </a:p>
          <a:p>
            <a:pPr marL="342900" lvl="0" indent="-342900" fontAlgn="t"/>
            <a:r>
              <a:rPr lang="en-IN" dirty="0"/>
              <a:t>Data Processing:</a:t>
            </a:r>
            <a:r>
              <a:rPr lang="en-IN" b="0" dirty="0"/>
              <a:t> Pandas</a:t>
            </a:r>
          </a:p>
          <a:p>
            <a:pPr marL="342900" lvl="0" indent="-342900" fontAlgn="t"/>
            <a:r>
              <a:rPr lang="en-IN" dirty="0"/>
              <a:t>Data Source:</a:t>
            </a:r>
            <a:r>
              <a:rPr lang="en-IN" b="0" dirty="0"/>
              <a:t> Excel (.xlsx)</a:t>
            </a:r>
          </a:p>
          <a:p>
            <a:pPr marL="342900" lvl="0" indent="-342900" fontAlgn="t"/>
            <a:r>
              <a:rPr lang="en-IN" dirty="0"/>
              <a:t>Communication:</a:t>
            </a:r>
            <a:r>
              <a:rPr lang="en-IN" b="0" dirty="0"/>
              <a:t> Gmail SMTP</a:t>
            </a:r>
          </a:p>
          <a:p>
            <a:pPr marL="0" indent="0">
              <a:lnSpc>
                <a:spcPct val="150000"/>
              </a:lnSpc>
              <a:buNone/>
            </a:pPr>
            <a:endParaRPr lang="en-US" b="0" dirty="0">
              <a:solidFill>
                <a:srgbClr val="5583D1"/>
              </a:solidFill>
              <a:latin typeface="+mn-lt"/>
            </a:endParaRPr>
          </a:p>
        </p:txBody>
      </p:sp>
      <p:sp>
        <p:nvSpPr>
          <p:cNvPr id="3" name="TextBox 2">
            <a:extLst>
              <a:ext uri="{FF2B5EF4-FFF2-40B4-BE49-F238E27FC236}">
                <a16:creationId xmlns:a16="http://schemas.microsoft.com/office/drawing/2014/main" id="{9D6FCA60-1DF5-5353-6D37-BCE525F6A420}"/>
              </a:ext>
            </a:extLst>
          </p:cNvPr>
          <p:cNvSpPr txBox="1"/>
          <p:nvPr/>
        </p:nvSpPr>
        <p:spPr>
          <a:xfrm>
            <a:off x="255996" y="502545"/>
            <a:ext cx="10624338" cy="646331"/>
          </a:xfrm>
          <a:prstGeom prst="rect">
            <a:avLst/>
          </a:prstGeom>
          <a:noFill/>
        </p:spPr>
        <p:txBody>
          <a:bodyPr wrap="square" rtlCol="0">
            <a:spAutoFit/>
          </a:bodyPr>
          <a:lstStyle/>
          <a:p>
            <a:pPr lvl="0">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System Architecture and Technology Stack….</a:t>
            </a:r>
          </a:p>
        </p:txBody>
      </p:sp>
      <p:cxnSp>
        <p:nvCxnSpPr>
          <p:cNvPr id="5" name="Straight Connector 4">
            <a:extLst>
              <a:ext uri="{FF2B5EF4-FFF2-40B4-BE49-F238E27FC236}">
                <a16:creationId xmlns:a16="http://schemas.microsoft.com/office/drawing/2014/main" id="{79E54F62-8564-7A07-18E7-98DEFB4697D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DF280DB-F0E7-DBF9-7A2B-0C8EE08DC6AF}"/>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sp>
        <p:nvSpPr>
          <p:cNvPr id="8" name="Text Placeholder 1">
            <a:extLst>
              <a:ext uri="{FF2B5EF4-FFF2-40B4-BE49-F238E27FC236}">
                <a16:creationId xmlns:a16="http://schemas.microsoft.com/office/drawing/2014/main" id="{3AF345FC-537B-4541-3340-0515F51A4BF5}"/>
              </a:ext>
            </a:extLst>
          </p:cNvPr>
          <p:cNvSpPr txBox="1">
            <a:spLocks/>
          </p:cNvSpPr>
          <p:nvPr/>
        </p:nvSpPr>
        <p:spPr>
          <a:xfrm>
            <a:off x="5396458" y="1271219"/>
            <a:ext cx="5636275" cy="42953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t">
              <a:buFont typeface="Arial" panose="020B0604020202020204" pitchFamily="34" charset="0"/>
              <a:buNone/>
            </a:pPr>
            <a:r>
              <a:rPr lang="en-IN" dirty="0"/>
              <a:t>Multi Agent Architecture</a:t>
            </a:r>
          </a:p>
          <a:p>
            <a:pPr marL="0" indent="0">
              <a:lnSpc>
                <a:spcPct val="150000"/>
              </a:lnSpc>
              <a:buFont typeface="Arial" panose="020B0604020202020204" pitchFamily="34" charset="0"/>
              <a:buNone/>
            </a:pPr>
            <a:endParaRPr lang="en-IN" b="0" dirty="0">
              <a:solidFill>
                <a:srgbClr val="5583D1"/>
              </a:solidFill>
              <a:latin typeface="+mn-lt"/>
            </a:endParaRPr>
          </a:p>
        </p:txBody>
      </p:sp>
      <p:graphicFrame>
        <p:nvGraphicFramePr>
          <p:cNvPr id="9" name="Table 8">
            <a:extLst>
              <a:ext uri="{FF2B5EF4-FFF2-40B4-BE49-F238E27FC236}">
                <a16:creationId xmlns:a16="http://schemas.microsoft.com/office/drawing/2014/main" id="{828B3C26-4020-6169-1110-79D6C567347D}"/>
              </a:ext>
            </a:extLst>
          </p:cNvPr>
          <p:cNvGraphicFramePr>
            <a:graphicFrameLocks noGrp="1"/>
          </p:cNvGraphicFramePr>
          <p:nvPr>
            <p:extLst>
              <p:ext uri="{D42A27DB-BD31-4B8C-83A1-F6EECF244321}">
                <p14:modId xmlns:p14="http://schemas.microsoft.com/office/powerpoint/2010/main" val="3719255242"/>
              </p:ext>
            </p:extLst>
          </p:nvPr>
        </p:nvGraphicFramePr>
        <p:xfrm>
          <a:off x="5801193" y="1903751"/>
          <a:ext cx="5881220" cy="4206240"/>
        </p:xfrm>
        <a:graphic>
          <a:graphicData uri="http://schemas.openxmlformats.org/drawingml/2006/table">
            <a:tbl>
              <a:tblPr>
                <a:tableStyleId>{2D5ABB26-0587-4C30-8999-92F81FD0307C}</a:tableStyleId>
              </a:tblPr>
              <a:tblGrid>
                <a:gridCol w="2940610">
                  <a:extLst>
                    <a:ext uri="{9D8B030D-6E8A-4147-A177-3AD203B41FA5}">
                      <a16:colId xmlns:a16="http://schemas.microsoft.com/office/drawing/2014/main" val="2635703510"/>
                    </a:ext>
                  </a:extLst>
                </a:gridCol>
                <a:gridCol w="2940610">
                  <a:extLst>
                    <a:ext uri="{9D8B030D-6E8A-4147-A177-3AD203B41FA5}">
                      <a16:colId xmlns:a16="http://schemas.microsoft.com/office/drawing/2014/main" val="722073699"/>
                    </a:ext>
                  </a:extLst>
                </a:gridCol>
              </a:tblGrid>
              <a:tr h="444201">
                <a:tc>
                  <a:txBody>
                    <a:bodyPr/>
                    <a:lstStyle/>
                    <a:p>
                      <a:pPr>
                        <a:buNone/>
                      </a:pPr>
                      <a:r>
                        <a:rPr lang="en-IN" sz="2400" b="1" dirty="0">
                          <a:solidFill>
                            <a:srgbClr val="0070C0"/>
                          </a:solidFill>
                        </a:rPr>
                        <a:t>Agent</a:t>
                      </a:r>
                    </a:p>
                  </a:txBody>
                  <a:tcPr anchor="ctr"/>
                </a:tc>
                <a:tc>
                  <a:txBody>
                    <a:bodyPr/>
                    <a:lstStyle/>
                    <a:p>
                      <a:pPr>
                        <a:buNone/>
                      </a:pPr>
                      <a:r>
                        <a:rPr lang="en-IN" sz="2400" b="1" dirty="0">
                          <a:solidFill>
                            <a:srgbClr val="0070C0"/>
                          </a:solidFill>
                        </a:rPr>
                        <a:t>Function</a:t>
                      </a:r>
                    </a:p>
                  </a:txBody>
                  <a:tcPr anchor="ctr"/>
                </a:tc>
                <a:extLst>
                  <a:ext uri="{0D108BD9-81ED-4DB2-BD59-A6C34878D82A}">
                    <a16:rowId xmlns:a16="http://schemas.microsoft.com/office/drawing/2014/main" val="3885932763"/>
                  </a:ext>
                </a:extLst>
              </a:tr>
              <a:tr h="444201">
                <a:tc>
                  <a:txBody>
                    <a:bodyPr/>
                    <a:lstStyle/>
                    <a:p>
                      <a:pPr>
                        <a:buNone/>
                      </a:pPr>
                      <a:r>
                        <a:rPr lang="en-IN" sz="2400" dirty="0">
                          <a:solidFill>
                            <a:srgbClr val="0070C0"/>
                          </a:solidFill>
                        </a:rPr>
                        <a:t>Health Agent</a:t>
                      </a:r>
                    </a:p>
                  </a:txBody>
                  <a:tcPr anchor="ctr"/>
                </a:tc>
                <a:tc>
                  <a:txBody>
                    <a:bodyPr/>
                    <a:lstStyle/>
                    <a:p>
                      <a:pPr>
                        <a:buNone/>
                      </a:pPr>
                      <a:r>
                        <a:rPr lang="en-IN" sz="2400" dirty="0">
                          <a:solidFill>
                            <a:srgbClr val="0070C0"/>
                          </a:solidFill>
                        </a:rPr>
                        <a:t>Assesses project health</a:t>
                      </a:r>
                    </a:p>
                  </a:txBody>
                  <a:tcPr anchor="ctr"/>
                </a:tc>
                <a:extLst>
                  <a:ext uri="{0D108BD9-81ED-4DB2-BD59-A6C34878D82A}">
                    <a16:rowId xmlns:a16="http://schemas.microsoft.com/office/drawing/2014/main" val="3325452617"/>
                  </a:ext>
                </a:extLst>
              </a:tr>
              <a:tr h="444201">
                <a:tc>
                  <a:txBody>
                    <a:bodyPr/>
                    <a:lstStyle/>
                    <a:p>
                      <a:pPr>
                        <a:buNone/>
                      </a:pPr>
                      <a:r>
                        <a:rPr lang="en-IN" sz="2400" dirty="0">
                          <a:solidFill>
                            <a:srgbClr val="0070C0"/>
                          </a:solidFill>
                        </a:rPr>
                        <a:t>Risk Agent</a:t>
                      </a:r>
                    </a:p>
                  </a:txBody>
                  <a:tcPr anchor="ctr"/>
                </a:tc>
                <a:tc>
                  <a:txBody>
                    <a:bodyPr/>
                    <a:lstStyle/>
                    <a:p>
                      <a:pPr>
                        <a:buNone/>
                      </a:pPr>
                      <a:r>
                        <a:rPr lang="en-IN" sz="2400" dirty="0">
                          <a:solidFill>
                            <a:srgbClr val="0070C0"/>
                          </a:solidFill>
                        </a:rPr>
                        <a:t>Identifies project risks</a:t>
                      </a:r>
                    </a:p>
                  </a:txBody>
                  <a:tcPr anchor="ctr"/>
                </a:tc>
                <a:extLst>
                  <a:ext uri="{0D108BD9-81ED-4DB2-BD59-A6C34878D82A}">
                    <a16:rowId xmlns:a16="http://schemas.microsoft.com/office/drawing/2014/main" val="1796889824"/>
                  </a:ext>
                </a:extLst>
              </a:tr>
              <a:tr h="444201">
                <a:tc>
                  <a:txBody>
                    <a:bodyPr/>
                    <a:lstStyle/>
                    <a:p>
                      <a:pPr>
                        <a:buNone/>
                      </a:pPr>
                      <a:r>
                        <a:rPr lang="en-IN" sz="2400" dirty="0">
                          <a:solidFill>
                            <a:srgbClr val="0070C0"/>
                          </a:solidFill>
                        </a:rPr>
                        <a:t>Recommendation Agent</a:t>
                      </a:r>
                    </a:p>
                  </a:txBody>
                  <a:tcPr anchor="ctr"/>
                </a:tc>
                <a:tc>
                  <a:txBody>
                    <a:bodyPr/>
                    <a:lstStyle/>
                    <a:p>
                      <a:pPr>
                        <a:buNone/>
                      </a:pPr>
                      <a:r>
                        <a:rPr lang="en-IN" sz="2400" dirty="0">
                          <a:solidFill>
                            <a:srgbClr val="0070C0"/>
                          </a:solidFill>
                        </a:rPr>
                        <a:t>Suggests corrective actions</a:t>
                      </a:r>
                    </a:p>
                  </a:txBody>
                  <a:tcPr anchor="ctr"/>
                </a:tc>
                <a:extLst>
                  <a:ext uri="{0D108BD9-81ED-4DB2-BD59-A6C34878D82A}">
                    <a16:rowId xmlns:a16="http://schemas.microsoft.com/office/drawing/2014/main" val="4215641161"/>
                  </a:ext>
                </a:extLst>
              </a:tr>
              <a:tr h="777352">
                <a:tc>
                  <a:txBody>
                    <a:bodyPr/>
                    <a:lstStyle/>
                    <a:p>
                      <a:pPr>
                        <a:buNone/>
                      </a:pPr>
                      <a:r>
                        <a:rPr lang="en-IN" sz="2400" dirty="0">
                          <a:solidFill>
                            <a:srgbClr val="0070C0"/>
                          </a:solidFill>
                        </a:rPr>
                        <a:t>Reporting Agent</a:t>
                      </a:r>
                    </a:p>
                  </a:txBody>
                  <a:tcPr anchor="ctr"/>
                </a:tc>
                <a:tc>
                  <a:txBody>
                    <a:bodyPr/>
                    <a:lstStyle/>
                    <a:p>
                      <a:pPr>
                        <a:buNone/>
                      </a:pPr>
                      <a:r>
                        <a:rPr lang="en-IN" sz="2400" dirty="0">
                          <a:solidFill>
                            <a:srgbClr val="0070C0"/>
                          </a:solidFill>
                        </a:rPr>
                        <a:t>Generates executive summaries</a:t>
                      </a:r>
                    </a:p>
                  </a:txBody>
                  <a:tcPr anchor="ctr"/>
                </a:tc>
                <a:extLst>
                  <a:ext uri="{0D108BD9-81ED-4DB2-BD59-A6C34878D82A}">
                    <a16:rowId xmlns:a16="http://schemas.microsoft.com/office/drawing/2014/main" val="2744668231"/>
                  </a:ext>
                </a:extLst>
              </a:tr>
              <a:tr h="777352">
                <a:tc>
                  <a:txBody>
                    <a:bodyPr/>
                    <a:lstStyle/>
                    <a:p>
                      <a:pPr>
                        <a:buNone/>
                      </a:pPr>
                      <a:r>
                        <a:rPr lang="en-IN" sz="2400" dirty="0">
                          <a:solidFill>
                            <a:srgbClr val="0070C0"/>
                          </a:solidFill>
                        </a:rPr>
                        <a:t>Governance Agent</a:t>
                      </a:r>
                    </a:p>
                  </a:txBody>
                  <a:tcPr anchor="ctr"/>
                </a:tc>
                <a:tc>
                  <a:txBody>
                    <a:bodyPr/>
                    <a:lstStyle/>
                    <a:p>
                      <a:pPr>
                        <a:buNone/>
                      </a:pPr>
                      <a:r>
                        <a:rPr lang="en-IN" sz="2400" dirty="0">
                          <a:solidFill>
                            <a:srgbClr val="0070C0"/>
                          </a:solidFill>
                        </a:rPr>
                        <a:t>Evaluates governance effectiveness</a:t>
                      </a:r>
                    </a:p>
                  </a:txBody>
                  <a:tcPr anchor="ctr"/>
                </a:tc>
                <a:extLst>
                  <a:ext uri="{0D108BD9-81ED-4DB2-BD59-A6C34878D82A}">
                    <a16:rowId xmlns:a16="http://schemas.microsoft.com/office/drawing/2014/main" val="2072166358"/>
                  </a:ext>
                </a:extLst>
              </a:tr>
            </a:tbl>
          </a:graphicData>
        </a:graphic>
      </p:graphicFrame>
    </p:spTree>
    <p:extLst>
      <p:ext uri="{BB962C8B-B14F-4D97-AF65-F5344CB8AC3E}">
        <p14:creationId xmlns:p14="http://schemas.microsoft.com/office/powerpoint/2010/main" val="40222765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8"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97B9C-0017-073C-4BE7-E67CF15D7A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11C385-3821-5C36-1568-86BD7BF5BE53}"/>
              </a:ext>
            </a:extLst>
          </p:cNvPr>
          <p:cNvSpPr txBox="1"/>
          <p:nvPr/>
        </p:nvSpPr>
        <p:spPr>
          <a:xfrm>
            <a:off x="255996" y="502545"/>
            <a:ext cx="10624338" cy="646331"/>
          </a:xfrm>
          <a:prstGeom prst="rect">
            <a:avLst/>
          </a:prstGeom>
          <a:noFill/>
        </p:spPr>
        <p:txBody>
          <a:bodyPr wrap="square" rtlCol="0">
            <a:spAutoFit/>
          </a:bodyPr>
          <a:lstStyle/>
          <a:p>
            <a:pPr lvl="0">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System Workflow….</a:t>
            </a:r>
          </a:p>
        </p:txBody>
      </p:sp>
      <p:cxnSp>
        <p:nvCxnSpPr>
          <p:cNvPr id="5" name="Straight Connector 4">
            <a:extLst>
              <a:ext uri="{FF2B5EF4-FFF2-40B4-BE49-F238E27FC236}">
                <a16:creationId xmlns:a16="http://schemas.microsoft.com/office/drawing/2014/main" id="{0E8E4DA1-9DED-B553-8F36-435790CCDD2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AC32CC6-2FC4-BC70-E9EF-C310AF9FC80D}"/>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pic>
        <p:nvPicPr>
          <p:cNvPr id="11" name="Picture 10">
            <a:extLst>
              <a:ext uri="{FF2B5EF4-FFF2-40B4-BE49-F238E27FC236}">
                <a16:creationId xmlns:a16="http://schemas.microsoft.com/office/drawing/2014/main" id="{787BB0A6-D099-5FE4-731E-96CB2BA5B608}"/>
              </a:ext>
            </a:extLst>
          </p:cNvPr>
          <p:cNvPicPr>
            <a:picLocks noChangeAspect="1"/>
          </p:cNvPicPr>
          <p:nvPr/>
        </p:nvPicPr>
        <p:blipFill>
          <a:blip r:embed="rId2"/>
          <a:stretch>
            <a:fillRect/>
          </a:stretch>
        </p:blipFill>
        <p:spPr>
          <a:xfrm>
            <a:off x="1978702" y="1234637"/>
            <a:ext cx="8901632" cy="5120818"/>
          </a:xfrm>
          <a:prstGeom prst="rect">
            <a:avLst/>
          </a:prstGeom>
        </p:spPr>
      </p:pic>
    </p:spTree>
    <p:extLst>
      <p:ext uri="{BB962C8B-B14F-4D97-AF65-F5344CB8AC3E}">
        <p14:creationId xmlns:p14="http://schemas.microsoft.com/office/powerpoint/2010/main" val="20809936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9C4F3-9E7E-2ACE-397D-9353A037326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4A18736-5576-BC6C-E7E2-283F0DEA3046}"/>
              </a:ext>
            </a:extLst>
          </p:cNvPr>
          <p:cNvSpPr>
            <a:spLocks noGrp="1"/>
          </p:cNvSpPr>
          <p:nvPr>
            <p:ph type="body" sz="quarter" idx="13"/>
          </p:nvPr>
        </p:nvSpPr>
        <p:spPr>
          <a:xfrm>
            <a:off x="255996" y="1271219"/>
            <a:ext cx="10624338" cy="4142989"/>
          </a:xfrm>
        </p:spPr>
        <p:txBody>
          <a:bodyPr/>
          <a:lstStyle/>
          <a:p>
            <a:pPr marL="342900" lvl="0" indent="-342900" fontAlgn="t"/>
            <a:r>
              <a:rPr lang="en-IN" b="0" dirty="0"/>
              <a:t>Automated project health, risk, recommendation, and governance analysis.</a:t>
            </a:r>
          </a:p>
          <a:p>
            <a:pPr marL="342900" lvl="0" indent="-342900" fontAlgn="t"/>
            <a:r>
              <a:rPr lang="en-IN" b="0" dirty="0"/>
              <a:t>Efficient processing of Excel-based project data for monitoring.</a:t>
            </a:r>
          </a:p>
          <a:p>
            <a:pPr marL="342900" lvl="0" indent="-342900" fontAlgn="t"/>
            <a:r>
              <a:rPr lang="en-IN" b="0" dirty="0"/>
              <a:t>Accurate identification of project delays, blockers, and risks.</a:t>
            </a:r>
          </a:p>
          <a:p>
            <a:pPr marL="342900" lvl="0" indent="-342900" fontAlgn="t"/>
            <a:r>
              <a:rPr lang="en-IN" b="0" dirty="0"/>
              <a:t>Actionable recommendations supporting informed decision-making.</a:t>
            </a:r>
          </a:p>
          <a:p>
            <a:pPr marL="342900" lvl="0" indent="-342900" fontAlgn="t"/>
            <a:r>
              <a:rPr lang="en-IN" b="0" dirty="0"/>
              <a:t>Automated generation of executive summaries and project reports.</a:t>
            </a:r>
          </a:p>
          <a:p>
            <a:pPr marL="342900" lvl="0" indent="-342900" fontAlgn="t"/>
            <a:r>
              <a:rPr lang="en-IN" b="0" dirty="0"/>
              <a:t>Timely stakeholder communication through email-based report distribution.</a:t>
            </a:r>
          </a:p>
          <a:p>
            <a:pPr marL="0" indent="0">
              <a:lnSpc>
                <a:spcPct val="150000"/>
              </a:lnSpc>
              <a:buNone/>
            </a:pPr>
            <a:endParaRPr lang="en-US" b="0" dirty="0">
              <a:solidFill>
                <a:srgbClr val="5583D1"/>
              </a:solidFill>
              <a:latin typeface="+mn-lt"/>
            </a:endParaRPr>
          </a:p>
        </p:txBody>
      </p:sp>
      <p:sp>
        <p:nvSpPr>
          <p:cNvPr id="3" name="TextBox 2">
            <a:extLst>
              <a:ext uri="{FF2B5EF4-FFF2-40B4-BE49-F238E27FC236}">
                <a16:creationId xmlns:a16="http://schemas.microsoft.com/office/drawing/2014/main" id="{2CD2E9EB-8A5F-6D3E-C3C4-90D6A447555D}"/>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1A3F6EEE-6001-32F3-C233-3EF1FC2D1AB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DF0CE6A-711A-D0BB-355A-8A178EF89696}"/>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spTree>
    <p:extLst>
      <p:ext uri="{BB962C8B-B14F-4D97-AF65-F5344CB8AC3E}">
        <p14:creationId xmlns:p14="http://schemas.microsoft.com/office/powerpoint/2010/main" val="607283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FB37C-9C98-51F7-03F9-2A498DA27E3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49EBADA-7A75-D3FB-A68F-E9DAEBBCF482}"/>
              </a:ext>
            </a:extLst>
          </p:cNvPr>
          <p:cNvSpPr>
            <a:spLocks noGrp="1"/>
          </p:cNvSpPr>
          <p:nvPr>
            <p:ph type="body" sz="quarter" idx="13"/>
          </p:nvPr>
        </p:nvSpPr>
        <p:spPr>
          <a:xfrm>
            <a:off x="255996" y="1271219"/>
            <a:ext cx="10624338" cy="4142989"/>
          </a:xfrm>
        </p:spPr>
        <p:txBody>
          <a:bodyPr/>
          <a:lstStyle/>
          <a:p>
            <a:pPr marL="342900" lvl="0" indent="-342900" fontAlgn="t"/>
            <a:r>
              <a:rPr lang="en-IN" b="0" dirty="0"/>
              <a:t>Integrate with </a:t>
            </a:r>
            <a:r>
              <a:rPr lang="en-IN" dirty="0"/>
              <a:t>Jira</a:t>
            </a:r>
            <a:r>
              <a:rPr lang="en-IN" b="0" dirty="0"/>
              <a:t> and </a:t>
            </a:r>
            <a:r>
              <a:rPr lang="en-IN" dirty="0"/>
              <a:t>Azure DevOps</a:t>
            </a:r>
            <a:r>
              <a:rPr lang="en-IN" b="0" dirty="0"/>
              <a:t> for real-time project tracking.</a:t>
            </a:r>
          </a:p>
          <a:p>
            <a:pPr marL="342900" lvl="0" indent="-342900" fontAlgn="t"/>
            <a:r>
              <a:rPr lang="en-IN" b="0" dirty="0"/>
              <a:t>Implement </a:t>
            </a:r>
            <a:r>
              <a:rPr lang="en-IN" dirty="0"/>
              <a:t>predictive risk analysis</a:t>
            </a:r>
            <a:r>
              <a:rPr lang="en-IN" b="0" dirty="0"/>
              <a:t> using AI and historical project data.</a:t>
            </a:r>
          </a:p>
          <a:p>
            <a:pPr marL="342900" lvl="0" indent="-342900" fontAlgn="t"/>
            <a:r>
              <a:rPr lang="en-IN" b="0" dirty="0"/>
              <a:t>Develop a </a:t>
            </a:r>
            <a:r>
              <a:rPr lang="en-IN" dirty="0"/>
              <a:t>resource optimization agent</a:t>
            </a:r>
            <a:r>
              <a:rPr lang="en-IN" b="0" dirty="0"/>
              <a:t> for efficient resource allocation.</a:t>
            </a:r>
          </a:p>
          <a:p>
            <a:pPr marL="342900" lvl="0" indent="-342900" fontAlgn="t"/>
            <a:r>
              <a:rPr lang="en-IN" b="0" dirty="0"/>
              <a:t>Integrate with </a:t>
            </a:r>
            <a:r>
              <a:rPr lang="en-IN" dirty="0"/>
              <a:t>Power BI</a:t>
            </a:r>
            <a:r>
              <a:rPr lang="en-IN" b="0" dirty="0"/>
              <a:t> for advanced analytics and visualization.</a:t>
            </a:r>
          </a:p>
          <a:p>
            <a:pPr marL="342900" lvl="0" indent="-342900" fontAlgn="t"/>
            <a:r>
              <a:rPr lang="en-IN" b="0" dirty="0"/>
              <a:t>Enable </a:t>
            </a:r>
            <a:r>
              <a:rPr lang="en-IN" dirty="0"/>
              <a:t>multi-project portfolio monitoring</a:t>
            </a:r>
            <a:r>
              <a:rPr lang="en-IN" b="0" dirty="0"/>
              <a:t> through a centralized dashboard.</a:t>
            </a:r>
          </a:p>
          <a:p>
            <a:pPr marL="342900" lvl="0" indent="-342900" fontAlgn="t"/>
            <a:r>
              <a:rPr lang="en-IN" b="0" dirty="0"/>
              <a:t>Extend automated communication through </a:t>
            </a:r>
            <a:r>
              <a:rPr lang="en-IN" dirty="0"/>
              <a:t>Teams, Outlook, and enterprise platforms</a:t>
            </a:r>
            <a:r>
              <a:rPr lang="en-IN" b="0" dirty="0"/>
              <a:t>.</a:t>
            </a:r>
          </a:p>
          <a:p>
            <a:pPr marL="0" indent="0">
              <a:lnSpc>
                <a:spcPct val="150000"/>
              </a:lnSpc>
              <a:buNone/>
            </a:pP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950FD809-C06D-E8DB-366A-F83B0B487A1B}"/>
              </a:ext>
            </a:extLst>
          </p:cNvPr>
          <p:cNvSpPr txBox="1"/>
          <p:nvPr/>
        </p:nvSpPr>
        <p:spPr>
          <a:xfrm>
            <a:off x="255996" y="502545"/>
            <a:ext cx="10624338" cy="646331"/>
          </a:xfrm>
          <a:prstGeom prst="rect">
            <a:avLst/>
          </a:prstGeom>
          <a:noFill/>
        </p:spPr>
        <p:txBody>
          <a:bodyPr wrap="square" rtlCol="0">
            <a:spAutoFit/>
          </a:bodyPr>
          <a:lstStyle/>
          <a:p>
            <a:pPr lvl="0">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Future Scope….</a:t>
            </a:r>
          </a:p>
        </p:txBody>
      </p:sp>
      <p:cxnSp>
        <p:nvCxnSpPr>
          <p:cNvPr id="5" name="Straight Connector 4">
            <a:extLst>
              <a:ext uri="{FF2B5EF4-FFF2-40B4-BE49-F238E27FC236}">
                <a16:creationId xmlns:a16="http://schemas.microsoft.com/office/drawing/2014/main" id="{D1D004AA-CA61-17FF-B292-4795E4C50BA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1806DAD-AAFF-821C-95AE-B5215F6A34D8}"/>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spTree>
    <p:extLst>
      <p:ext uri="{BB962C8B-B14F-4D97-AF65-F5344CB8AC3E}">
        <p14:creationId xmlns:p14="http://schemas.microsoft.com/office/powerpoint/2010/main" val="3204093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2827-8A28-8DFD-8EBE-B443889947F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A13629A-F8E9-E6BF-0C73-A3A3846725EE}"/>
              </a:ext>
            </a:extLst>
          </p:cNvPr>
          <p:cNvSpPr>
            <a:spLocks noGrp="1"/>
          </p:cNvSpPr>
          <p:nvPr>
            <p:ph type="body" sz="quarter" idx="13"/>
          </p:nvPr>
        </p:nvSpPr>
        <p:spPr>
          <a:xfrm>
            <a:off x="255996" y="1271219"/>
            <a:ext cx="10624338" cy="4142989"/>
          </a:xfrm>
        </p:spPr>
        <p:txBody>
          <a:bodyPr/>
          <a:lstStyle/>
          <a:p>
            <a:pPr fontAlgn="t">
              <a:buNone/>
            </a:pPr>
            <a:r>
              <a:rPr lang="en-IN" b="0" dirty="0"/>
              <a:t>The proposed </a:t>
            </a:r>
            <a:r>
              <a:rPr lang="en-IN" dirty="0"/>
              <a:t>Agentic AI-Based Project Health and Risk Monitoring System for Automated Project Governance</a:t>
            </a:r>
            <a:r>
              <a:rPr lang="en-IN" b="0" dirty="0"/>
              <a:t> successfully demonstrates the application of a multi-agent AI architecture for automating project health assessment, risk analysis, recommendation generation, governance evaluation, and executive reporting. By leveraging Python, </a:t>
            </a:r>
            <a:r>
              <a:rPr lang="en-IN" b="0" dirty="0" err="1"/>
              <a:t>Streamlit</a:t>
            </a:r>
            <a:r>
              <a:rPr lang="en-IN" b="0" dirty="0"/>
              <a:t>, </a:t>
            </a:r>
            <a:r>
              <a:rPr lang="en-IN" b="0" dirty="0" err="1"/>
              <a:t>Ollama</a:t>
            </a:r>
            <a:r>
              <a:rPr lang="en-IN" b="0" dirty="0"/>
              <a:t>, and Llama 3, the system enables efficient analysis of project data, provides actionable insights for decision-making, and reduces the manual effort involved in project monitoring and governance activities. The integration of automated report generation and stakeholder communication further enhances project visibility, improves governance effectiveness, and establishes a scalable foundation for future intelligent project management solutions.</a:t>
            </a:r>
          </a:p>
        </p:txBody>
      </p:sp>
      <p:sp>
        <p:nvSpPr>
          <p:cNvPr id="3" name="TextBox 2">
            <a:extLst>
              <a:ext uri="{FF2B5EF4-FFF2-40B4-BE49-F238E27FC236}">
                <a16:creationId xmlns:a16="http://schemas.microsoft.com/office/drawing/2014/main" id="{2DA88E56-F044-0536-C496-03A228C375C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42E6AA9C-E3D5-B11F-7339-4E63C70B5D0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288A323-2C03-4C8A-914A-34F8584D3A34}"/>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spTree>
    <p:extLst>
      <p:ext uri="{BB962C8B-B14F-4D97-AF65-F5344CB8AC3E}">
        <p14:creationId xmlns:p14="http://schemas.microsoft.com/office/powerpoint/2010/main" val="629279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8A3E4-609F-8F86-8F4C-FE9D39F060A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502E673-3DC8-CE73-0B17-547962A28F6E}"/>
              </a:ext>
            </a:extLst>
          </p:cNvPr>
          <p:cNvSpPr>
            <a:spLocks noGrp="1"/>
          </p:cNvSpPr>
          <p:nvPr>
            <p:ph type="body" sz="quarter" idx="13"/>
          </p:nvPr>
        </p:nvSpPr>
        <p:spPr>
          <a:xfrm>
            <a:off x="255996" y="1271219"/>
            <a:ext cx="10624338" cy="4142989"/>
          </a:xfrm>
        </p:spPr>
        <p:txBody>
          <a:bodyPr/>
          <a:lstStyle/>
          <a:p>
            <a:pPr marL="0" indent="0">
              <a:buNone/>
            </a:pPr>
            <a:r>
              <a:rPr lang="en-IN" b="0" dirty="0">
                <a:latin typeface="+mn-lt"/>
              </a:rPr>
              <a:t>I would like to express my sincere gratitude to my project guide, faculty members, and the Department for their valuable guidance, encouragement, and support throughout this project. I am thankful to my institution for providing the resources and learning environment necessary for the successful completion of this work. I also acknowledge Microsoft technologies, including Copilot Studio, Power Automate, Microsoft Planner, Teams, and Outlook, which served as the foundation for developing this project. Finally, I extend my heartfelt thanks to my classmates, friends, and family for their continuous motivation and support throughout the project.</a:t>
            </a:r>
          </a:p>
          <a:p>
            <a:pPr marL="0" indent="0">
              <a:lnSpc>
                <a:spcPct val="150000"/>
              </a:lnSpc>
              <a:buNone/>
            </a:pP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D58AC214-F266-4280-2BD7-4A0BD1CC1ADD}"/>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r>
              <a:rPr lang="fr-FR" sz="3600" b="1" dirty="0">
                <a:solidFill>
                  <a:srgbClr val="5B9BD5">
                    <a:lumMod val="50000"/>
                  </a:srgbClr>
                </a:solidFill>
              </a:rPr>
              <a:t>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4BF4F5EA-F012-56B3-EB43-2D0BBFD6C9E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AC0B517-E9F6-B9A2-CC07-415489AB596D}"/>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spTree>
    <p:extLst>
      <p:ext uri="{BB962C8B-B14F-4D97-AF65-F5344CB8AC3E}">
        <p14:creationId xmlns:p14="http://schemas.microsoft.com/office/powerpoint/2010/main" val="3685100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15AF5-C8B9-E72A-3854-17A54E7A9FB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E054033-83AF-0DF5-F546-13C4141E4F99}"/>
              </a:ext>
            </a:extLst>
          </p:cNvPr>
          <p:cNvSpPr>
            <a:spLocks noGrp="1"/>
          </p:cNvSpPr>
          <p:nvPr>
            <p:ph type="body" sz="quarter" idx="13"/>
          </p:nvPr>
        </p:nvSpPr>
        <p:spPr>
          <a:xfrm>
            <a:off x="255996" y="1271219"/>
            <a:ext cx="11936004" cy="4142989"/>
          </a:xfrm>
        </p:spPr>
        <p:txBody>
          <a:bodyPr/>
          <a:lstStyle/>
          <a:p>
            <a:pPr marL="342900" lvl="0" indent="-342900" fontAlgn="t">
              <a:buFont typeface="+mj-lt"/>
              <a:buAutoNum type="arabicPeriod"/>
            </a:pPr>
            <a:r>
              <a:rPr lang="en-IN" b="0" dirty="0"/>
              <a:t>Russell, S., &amp; Norvig, P. (2021). </a:t>
            </a:r>
            <a:r>
              <a:rPr lang="en-IN" b="0" i="1" dirty="0"/>
              <a:t>Artificial Intelligence: A Modern Approach</a:t>
            </a:r>
            <a:r>
              <a:rPr lang="en-IN" b="0" dirty="0"/>
              <a:t> (4th Edition). Pearson Education.</a:t>
            </a:r>
          </a:p>
          <a:p>
            <a:pPr marL="342900" lvl="0" indent="-342900" fontAlgn="t">
              <a:buFont typeface="+mj-lt"/>
              <a:buAutoNum type="arabicPeriod"/>
            </a:pPr>
            <a:r>
              <a:rPr lang="en-IN" b="0" dirty="0"/>
              <a:t>Wooldridge, M. (2009). </a:t>
            </a:r>
            <a:r>
              <a:rPr lang="en-IN" b="0" i="1" dirty="0"/>
              <a:t>An Introduction to Multi-Agent Systems</a:t>
            </a:r>
            <a:r>
              <a:rPr lang="en-IN" b="0" dirty="0"/>
              <a:t> (2nd Edition). John Wiley &amp; Sons.</a:t>
            </a:r>
          </a:p>
          <a:p>
            <a:pPr marL="342900" lvl="0" indent="-342900" fontAlgn="t">
              <a:buFont typeface="+mj-lt"/>
              <a:buAutoNum type="arabicPeriod"/>
            </a:pPr>
            <a:r>
              <a:rPr lang="en-IN" b="0" dirty="0"/>
              <a:t>Project Management Institute (PMI). (2021). </a:t>
            </a:r>
            <a:r>
              <a:rPr lang="en-IN" b="0" i="1" dirty="0"/>
              <a:t>A Guide to the Project Management Body of Knowledge (PMBOK® Guide)</a:t>
            </a:r>
            <a:r>
              <a:rPr lang="en-IN" b="0" dirty="0"/>
              <a:t> (7th Edition).</a:t>
            </a:r>
          </a:p>
          <a:p>
            <a:pPr marL="342900" lvl="0" indent="-342900" fontAlgn="t">
              <a:buFont typeface="+mj-lt"/>
              <a:buAutoNum type="arabicPeriod"/>
            </a:pPr>
            <a:r>
              <a:rPr lang="en-IN" b="0" dirty="0" err="1"/>
              <a:t>Streamlit</a:t>
            </a:r>
            <a:r>
              <a:rPr lang="en-IN" b="0" dirty="0"/>
              <a:t> Inc. (2024). </a:t>
            </a:r>
            <a:r>
              <a:rPr lang="en-IN" b="0" i="1" dirty="0" err="1"/>
              <a:t>Streamlit</a:t>
            </a:r>
            <a:r>
              <a:rPr lang="en-IN" b="0" i="1" dirty="0"/>
              <a:t> Documentation</a:t>
            </a:r>
            <a:r>
              <a:rPr lang="en-IN" b="0" dirty="0"/>
              <a:t>. Available: https://docs.streamlit.io</a:t>
            </a:r>
          </a:p>
          <a:p>
            <a:pPr marL="342900" lvl="0" indent="-342900" fontAlgn="t">
              <a:buFont typeface="+mj-lt"/>
              <a:buAutoNum type="arabicPeriod"/>
            </a:pPr>
            <a:r>
              <a:rPr lang="en-IN" b="0" dirty="0"/>
              <a:t>Pandas Development Team. (2024). </a:t>
            </a:r>
            <a:r>
              <a:rPr lang="en-IN" b="0" i="1" dirty="0"/>
              <a:t>Pandas Documentation</a:t>
            </a:r>
            <a:r>
              <a:rPr lang="en-IN" b="0" dirty="0"/>
              <a:t>. Available: https://pandas.pydata.org/docs</a:t>
            </a:r>
          </a:p>
          <a:p>
            <a:pPr marL="342900" lvl="0" indent="-342900" fontAlgn="t">
              <a:buFont typeface="+mj-lt"/>
              <a:buAutoNum type="arabicPeriod" startAt="6"/>
            </a:pPr>
            <a:r>
              <a:rPr lang="en-IN" b="0" dirty="0"/>
              <a:t>Meta AI. (2024). </a:t>
            </a:r>
            <a:r>
              <a:rPr lang="en-IN" b="0" i="1" dirty="0"/>
              <a:t>Llama 3 Technical Documentation</a:t>
            </a:r>
            <a:r>
              <a:rPr lang="en-IN" b="0" dirty="0"/>
              <a:t>. Available: https://ai.meta.com/llama</a:t>
            </a:r>
          </a:p>
          <a:p>
            <a:pPr marL="342900" lvl="0" indent="-342900" fontAlgn="t"/>
            <a:endParaRPr lang="en-IN" b="0" dirty="0"/>
          </a:p>
        </p:txBody>
      </p:sp>
      <p:sp>
        <p:nvSpPr>
          <p:cNvPr id="3" name="TextBox 2">
            <a:extLst>
              <a:ext uri="{FF2B5EF4-FFF2-40B4-BE49-F238E27FC236}">
                <a16:creationId xmlns:a16="http://schemas.microsoft.com/office/drawing/2014/main" id="{AB65EB50-4BDB-F71C-F7E5-6397AB6049FD}"/>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2E5658FD-E4E3-F071-7566-7E30AE305E5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5807603-E73B-FA16-2453-B531A182F8A4}"/>
              </a:ext>
            </a:extLst>
          </p:cNvPr>
          <p:cNvSpPr txBox="1"/>
          <p:nvPr/>
        </p:nvSpPr>
        <p:spPr>
          <a:xfrm>
            <a:off x="6093893" y="57036"/>
            <a:ext cx="6098107" cy="646331"/>
          </a:xfrm>
          <a:prstGeom prst="rect">
            <a:avLst/>
          </a:prstGeom>
          <a:noFill/>
        </p:spPr>
        <p:txBody>
          <a:bodyPr wrap="square" rtlCol="0">
            <a:spAutoFit/>
          </a:bodyPr>
          <a:lstStyle/>
          <a:p>
            <a:pPr algn="r"/>
            <a:r>
              <a:rPr lang="en-IN" b="1" dirty="0"/>
              <a:t>Agentic AI-Based Project Health and Risk Monitoring System for Automated Project Governance</a:t>
            </a:r>
            <a:endParaRPr lang="en-US" b="1" dirty="0">
              <a:cs typeface="Calibri" panose="020F0502020204030204" pitchFamily="34" charset="0"/>
            </a:endParaRPr>
          </a:p>
        </p:txBody>
      </p:sp>
    </p:spTree>
    <p:extLst>
      <p:ext uri="{BB962C8B-B14F-4D97-AF65-F5344CB8AC3E}">
        <p14:creationId xmlns:p14="http://schemas.microsoft.com/office/powerpoint/2010/main" val="455445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660</TotalTime>
  <Words>4077</Words>
  <Application>Microsoft Office PowerPoint</Application>
  <PresentationFormat>Widescreen</PresentationFormat>
  <Paragraphs>298</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NoelJacob Biju</cp:lastModifiedBy>
  <cp:revision>15</cp:revision>
  <dcterms:created xsi:type="dcterms:W3CDTF">2024-05-13T10:33:11Z</dcterms:created>
  <dcterms:modified xsi:type="dcterms:W3CDTF">2026-10-09T05:37:18Z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